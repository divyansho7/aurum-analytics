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68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70" r:id="rId10"/>
    <p:sldId id="263" r:id="rId11"/>
    <p:sldId id="264" r:id="rId12"/>
    <p:sldId id="271" r:id="rId13"/>
    <p:sldId id="272" r:id="rId14"/>
    <p:sldId id="273" r:id="rId15"/>
    <p:sldId id="275" r:id="rId16"/>
    <p:sldId id="265" r:id="rId17"/>
    <p:sldId id="276" r:id="rId18"/>
    <p:sldId id="277" r:id="rId19"/>
    <p:sldId id="266" r:id="rId20"/>
    <p:sldId id="267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3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12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25.svg"/><Relationship Id="rId4" Type="http://schemas.openxmlformats.org/officeDocument/2006/relationships/image" Target="../media/image28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image" Target="../media/image29.svg"/><Relationship Id="rId5" Type="http://schemas.openxmlformats.org/officeDocument/2006/relationships/image" Target="../media/image32.svg"/><Relationship Id="rId4" Type="http://schemas.openxmlformats.org/officeDocument/2006/relationships/image" Target="../media/image9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4.svg"/><Relationship Id="rId1" Type="http://schemas.openxmlformats.org/officeDocument/2006/relationships/image" Target="../media/image33.svg"/></Relationships>
</file>

<file path=ppt/diagrams/_rels/data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svg"/><Relationship Id="rId1" Type="http://schemas.openxmlformats.org/officeDocument/2006/relationships/image" Target="../media/image3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12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25.svg"/><Relationship Id="rId4" Type="http://schemas.openxmlformats.org/officeDocument/2006/relationships/image" Target="../media/image28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image" Target="../media/image29.svg"/><Relationship Id="rId5" Type="http://schemas.openxmlformats.org/officeDocument/2006/relationships/image" Target="../media/image32.svg"/><Relationship Id="rId4" Type="http://schemas.openxmlformats.org/officeDocument/2006/relationships/image" Target="../media/image9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4.svg"/><Relationship Id="rId1" Type="http://schemas.openxmlformats.org/officeDocument/2006/relationships/image" Target="../media/image33.svg"/></Relationships>
</file>

<file path=ppt/diagrams/_rels/drawing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svg"/><Relationship Id="rId1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24B0C3-8707-4ECD-B258-7DBE6538799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8A076385-35F9-49FD-832A-DD362D789A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Financial markets react instantly to world events such as political decisions or economic announcements.</a:t>
          </a:r>
        </a:p>
      </dgm:t>
    </dgm:pt>
    <dgm:pt modelId="{3A3D5D84-4BD6-4CA3-9AB5-EA84B98EE2AC}" type="parTrans" cxnId="{4F377D4F-F2A7-4C82-B79E-D12A80CBC6C1}">
      <dgm:prSet/>
      <dgm:spPr/>
      <dgm:t>
        <a:bodyPr/>
        <a:lstStyle/>
        <a:p>
          <a:endParaRPr lang="en-US"/>
        </a:p>
      </dgm:t>
    </dgm:pt>
    <dgm:pt modelId="{8C8B3F39-D954-4F66-AB14-8F0316C94DB0}" type="sibTrans" cxnId="{4F377D4F-F2A7-4C82-B79E-D12A80CBC6C1}">
      <dgm:prSet/>
      <dgm:spPr/>
      <dgm:t>
        <a:bodyPr/>
        <a:lstStyle/>
        <a:p>
          <a:endParaRPr lang="en-US"/>
        </a:p>
      </dgm:t>
    </dgm:pt>
    <dgm:pt modelId="{06121559-77B6-475B-8DF2-CB6D5639D9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These changes influence commodities like gold, oil, and stocks.</a:t>
          </a:r>
        </a:p>
      </dgm:t>
    </dgm:pt>
    <dgm:pt modelId="{966975AC-D862-4BB3-B03E-FCCE829FE1A0}" type="parTrans" cxnId="{B9945404-A49D-48C1-9F96-2425E9F24D1B}">
      <dgm:prSet/>
      <dgm:spPr/>
      <dgm:t>
        <a:bodyPr/>
        <a:lstStyle/>
        <a:p>
          <a:endParaRPr lang="en-US"/>
        </a:p>
      </dgm:t>
    </dgm:pt>
    <dgm:pt modelId="{9EC41888-D697-4B6E-AC36-0A65631B6277}" type="sibTrans" cxnId="{B9945404-A49D-48C1-9F96-2425E9F24D1B}">
      <dgm:prSet/>
      <dgm:spPr/>
      <dgm:t>
        <a:bodyPr/>
        <a:lstStyle/>
        <a:p>
          <a:endParaRPr lang="en-US"/>
        </a:p>
      </dgm:t>
    </dgm:pt>
    <dgm:pt modelId="{A853343A-8313-475A-8937-B24D4962D5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Humans cannot manually analyze every global event’s effect in real time.</a:t>
          </a:r>
        </a:p>
      </dgm:t>
    </dgm:pt>
    <dgm:pt modelId="{0F851872-1C1C-455E-98C6-CA06EE4187FB}" type="parTrans" cxnId="{82373155-5297-4F09-B4B6-2C4679689FDC}">
      <dgm:prSet/>
      <dgm:spPr/>
      <dgm:t>
        <a:bodyPr/>
        <a:lstStyle/>
        <a:p>
          <a:endParaRPr lang="en-US"/>
        </a:p>
      </dgm:t>
    </dgm:pt>
    <dgm:pt modelId="{4AD27F89-FD17-4361-A908-67634DFC614A}" type="sibTrans" cxnId="{82373155-5297-4F09-B4B6-2C4679689FDC}">
      <dgm:prSet/>
      <dgm:spPr/>
      <dgm:t>
        <a:bodyPr/>
        <a:lstStyle/>
        <a:p>
          <a:endParaRPr lang="en-US"/>
        </a:p>
      </dgm:t>
    </dgm:pt>
    <dgm:pt modelId="{B1279B8E-E6FA-4D9D-AFAC-6938D275C3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 can identify hidden patterns between news and market reactions.</a:t>
          </a:r>
        </a:p>
      </dgm:t>
    </dgm:pt>
    <dgm:pt modelId="{B6F554A0-CBD8-4626-8D9D-DDE7C22768FD}" type="parTrans" cxnId="{BCBFF226-4983-4C17-8EB4-1419CE2BB3AB}">
      <dgm:prSet/>
      <dgm:spPr/>
      <dgm:t>
        <a:bodyPr/>
        <a:lstStyle/>
        <a:p>
          <a:endParaRPr lang="en-US"/>
        </a:p>
      </dgm:t>
    </dgm:pt>
    <dgm:pt modelId="{C3C46AC2-777F-44C1-BF4A-ADFE15148D28}" type="sibTrans" cxnId="{BCBFF226-4983-4C17-8EB4-1419CE2BB3AB}">
      <dgm:prSet/>
      <dgm:spPr/>
      <dgm:t>
        <a:bodyPr/>
        <a:lstStyle/>
        <a:p>
          <a:endParaRPr lang="en-US"/>
        </a:p>
      </dgm:t>
    </dgm:pt>
    <dgm:pt modelId="{497F8B00-5EB9-4021-A40E-EF358888B7A3}" type="pres">
      <dgm:prSet presAssocID="{A724B0C3-8707-4ECD-B258-7DBE6538799F}" presName="root" presStyleCnt="0">
        <dgm:presLayoutVars>
          <dgm:dir/>
          <dgm:resizeHandles val="exact"/>
        </dgm:presLayoutVars>
      </dgm:prSet>
      <dgm:spPr/>
    </dgm:pt>
    <dgm:pt modelId="{79FDC826-E96B-41D2-9E90-A6DD201CF0DE}" type="pres">
      <dgm:prSet presAssocID="{8A076385-35F9-49FD-832A-DD362D789A2F}" presName="compNode" presStyleCnt="0"/>
      <dgm:spPr/>
    </dgm:pt>
    <dgm:pt modelId="{61DC4FD1-1A05-42EC-90DC-0C59F26EEFD3}" type="pres">
      <dgm:prSet presAssocID="{8A076385-35F9-49FD-832A-DD362D789A2F}" presName="bgRect" presStyleLbl="bgShp" presStyleIdx="0" presStyleCnt="4"/>
      <dgm:spPr/>
    </dgm:pt>
    <dgm:pt modelId="{C2E0F217-7078-441F-A313-316EFC297B14}" type="pres">
      <dgm:prSet presAssocID="{8A076385-35F9-49FD-832A-DD362D789A2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294D0D07-948A-4875-80CF-3E217AEB2BF3}" type="pres">
      <dgm:prSet presAssocID="{8A076385-35F9-49FD-832A-DD362D789A2F}" presName="spaceRect" presStyleCnt="0"/>
      <dgm:spPr/>
    </dgm:pt>
    <dgm:pt modelId="{12AE80FB-92D7-4492-B3BB-2A39E19DF715}" type="pres">
      <dgm:prSet presAssocID="{8A076385-35F9-49FD-832A-DD362D789A2F}" presName="parTx" presStyleLbl="revTx" presStyleIdx="0" presStyleCnt="4">
        <dgm:presLayoutVars>
          <dgm:chMax val="0"/>
          <dgm:chPref val="0"/>
        </dgm:presLayoutVars>
      </dgm:prSet>
      <dgm:spPr/>
    </dgm:pt>
    <dgm:pt modelId="{CA2667A4-DA0A-4D1B-975F-3C8FE7896CD3}" type="pres">
      <dgm:prSet presAssocID="{8C8B3F39-D954-4F66-AB14-8F0316C94DB0}" presName="sibTrans" presStyleCnt="0"/>
      <dgm:spPr/>
    </dgm:pt>
    <dgm:pt modelId="{427EB0B7-375F-4D30-B616-13A256523999}" type="pres">
      <dgm:prSet presAssocID="{06121559-77B6-475B-8DF2-CB6D5639D909}" presName="compNode" presStyleCnt="0"/>
      <dgm:spPr/>
    </dgm:pt>
    <dgm:pt modelId="{D1717434-DC18-47A3-B485-E5E29BA6222A}" type="pres">
      <dgm:prSet presAssocID="{06121559-77B6-475B-8DF2-CB6D5639D909}" presName="bgRect" presStyleLbl="bgShp" presStyleIdx="1" presStyleCnt="4"/>
      <dgm:spPr/>
    </dgm:pt>
    <dgm:pt modelId="{FE337BEB-414D-485E-B2B8-73AFA9F03D2E}" type="pres">
      <dgm:prSet presAssocID="{06121559-77B6-475B-8DF2-CB6D5639D90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old bars"/>
        </a:ext>
      </dgm:extLst>
    </dgm:pt>
    <dgm:pt modelId="{E6FEB9BF-9C1F-4D31-AF7D-883074135825}" type="pres">
      <dgm:prSet presAssocID="{06121559-77B6-475B-8DF2-CB6D5639D909}" presName="spaceRect" presStyleCnt="0"/>
      <dgm:spPr/>
    </dgm:pt>
    <dgm:pt modelId="{33AC1338-F833-43B1-97AE-8DA1FB061FD6}" type="pres">
      <dgm:prSet presAssocID="{06121559-77B6-475B-8DF2-CB6D5639D909}" presName="parTx" presStyleLbl="revTx" presStyleIdx="1" presStyleCnt="4">
        <dgm:presLayoutVars>
          <dgm:chMax val="0"/>
          <dgm:chPref val="0"/>
        </dgm:presLayoutVars>
      </dgm:prSet>
      <dgm:spPr/>
    </dgm:pt>
    <dgm:pt modelId="{85E41CBF-8A54-4033-90CC-21DD5DCC4CB2}" type="pres">
      <dgm:prSet presAssocID="{9EC41888-D697-4B6E-AC36-0A65631B6277}" presName="sibTrans" presStyleCnt="0"/>
      <dgm:spPr/>
    </dgm:pt>
    <dgm:pt modelId="{0034483B-4BEB-4198-86A7-6FD8553B0D4D}" type="pres">
      <dgm:prSet presAssocID="{A853343A-8313-475A-8937-B24D4962D529}" presName="compNode" presStyleCnt="0"/>
      <dgm:spPr/>
    </dgm:pt>
    <dgm:pt modelId="{CEB9F3A7-B2A8-46F5-9CC4-CAABF8042E73}" type="pres">
      <dgm:prSet presAssocID="{A853343A-8313-475A-8937-B24D4962D529}" presName="bgRect" presStyleLbl="bgShp" presStyleIdx="2" presStyleCnt="4"/>
      <dgm:spPr/>
    </dgm:pt>
    <dgm:pt modelId="{8637F83D-8F9F-4B52-ABD0-6981E7A356C4}" type="pres">
      <dgm:prSet presAssocID="{A853343A-8313-475A-8937-B24D4962D52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CDB1092-2581-4B01-975B-62E5A2AD6D34}" type="pres">
      <dgm:prSet presAssocID="{A853343A-8313-475A-8937-B24D4962D529}" presName="spaceRect" presStyleCnt="0"/>
      <dgm:spPr/>
    </dgm:pt>
    <dgm:pt modelId="{BABE4548-17C0-4A67-BAA8-D737A5FBEFDF}" type="pres">
      <dgm:prSet presAssocID="{A853343A-8313-475A-8937-B24D4962D529}" presName="parTx" presStyleLbl="revTx" presStyleIdx="2" presStyleCnt="4">
        <dgm:presLayoutVars>
          <dgm:chMax val="0"/>
          <dgm:chPref val="0"/>
        </dgm:presLayoutVars>
      </dgm:prSet>
      <dgm:spPr/>
    </dgm:pt>
    <dgm:pt modelId="{D92C5178-5698-42D2-97A4-8158EADE9E72}" type="pres">
      <dgm:prSet presAssocID="{4AD27F89-FD17-4361-A908-67634DFC614A}" presName="sibTrans" presStyleCnt="0"/>
      <dgm:spPr/>
    </dgm:pt>
    <dgm:pt modelId="{BFFC13EE-1B94-4818-A4A2-AC5E2655BEF7}" type="pres">
      <dgm:prSet presAssocID="{B1279B8E-E6FA-4D9D-AFAC-6938D275C373}" presName="compNode" presStyleCnt="0"/>
      <dgm:spPr/>
    </dgm:pt>
    <dgm:pt modelId="{037AC14A-3FB7-4585-B426-D6D95F792CF1}" type="pres">
      <dgm:prSet presAssocID="{B1279B8E-E6FA-4D9D-AFAC-6938D275C373}" presName="bgRect" presStyleLbl="bgShp" presStyleIdx="3" presStyleCnt="4"/>
      <dgm:spPr/>
    </dgm:pt>
    <dgm:pt modelId="{E7C43726-1DDD-4BC6-8724-3B405FF17EE3}" type="pres">
      <dgm:prSet presAssocID="{B1279B8E-E6FA-4D9D-AFAC-6938D275C37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A8FB199D-A84A-4279-9B26-E62BA8F58020}" type="pres">
      <dgm:prSet presAssocID="{B1279B8E-E6FA-4D9D-AFAC-6938D275C373}" presName="spaceRect" presStyleCnt="0"/>
      <dgm:spPr/>
    </dgm:pt>
    <dgm:pt modelId="{51379FFF-6802-41EC-97CB-A2B073B9C1F3}" type="pres">
      <dgm:prSet presAssocID="{B1279B8E-E6FA-4D9D-AFAC-6938D275C37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9945404-A49D-48C1-9F96-2425E9F24D1B}" srcId="{A724B0C3-8707-4ECD-B258-7DBE6538799F}" destId="{06121559-77B6-475B-8DF2-CB6D5639D909}" srcOrd="1" destOrd="0" parTransId="{966975AC-D862-4BB3-B03E-FCCE829FE1A0}" sibTransId="{9EC41888-D697-4B6E-AC36-0A65631B6277}"/>
    <dgm:cxn modelId="{18CF6A22-2B92-4019-8370-594BEE3A5FB5}" type="presOf" srcId="{06121559-77B6-475B-8DF2-CB6D5639D909}" destId="{33AC1338-F833-43B1-97AE-8DA1FB061FD6}" srcOrd="0" destOrd="0" presId="urn:microsoft.com/office/officeart/2018/2/layout/IconVerticalSolidList"/>
    <dgm:cxn modelId="{BCBFF226-4983-4C17-8EB4-1419CE2BB3AB}" srcId="{A724B0C3-8707-4ECD-B258-7DBE6538799F}" destId="{B1279B8E-E6FA-4D9D-AFAC-6938D275C373}" srcOrd="3" destOrd="0" parTransId="{B6F554A0-CBD8-4626-8D9D-DDE7C22768FD}" sibTransId="{C3C46AC2-777F-44C1-BF4A-ADFE15148D28}"/>
    <dgm:cxn modelId="{4F377D4F-F2A7-4C82-B79E-D12A80CBC6C1}" srcId="{A724B0C3-8707-4ECD-B258-7DBE6538799F}" destId="{8A076385-35F9-49FD-832A-DD362D789A2F}" srcOrd="0" destOrd="0" parTransId="{3A3D5D84-4BD6-4CA3-9AB5-EA84B98EE2AC}" sibTransId="{8C8B3F39-D954-4F66-AB14-8F0316C94DB0}"/>
    <dgm:cxn modelId="{82373155-5297-4F09-B4B6-2C4679689FDC}" srcId="{A724B0C3-8707-4ECD-B258-7DBE6538799F}" destId="{A853343A-8313-475A-8937-B24D4962D529}" srcOrd="2" destOrd="0" parTransId="{0F851872-1C1C-455E-98C6-CA06EE4187FB}" sibTransId="{4AD27F89-FD17-4361-A908-67634DFC614A}"/>
    <dgm:cxn modelId="{82CFC7BE-FA14-4659-8D1C-FE2650C30799}" type="presOf" srcId="{A853343A-8313-475A-8937-B24D4962D529}" destId="{BABE4548-17C0-4A67-BAA8-D737A5FBEFDF}" srcOrd="0" destOrd="0" presId="urn:microsoft.com/office/officeart/2018/2/layout/IconVerticalSolidList"/>
    <dgm:cxn modelId="{5D4FE9CE-4DA2-451F-AC5E-3C2381300FFE}" type="presOf" srcId="{A724B0C3-8707-4ECD-B258-7DBE6538799F}" destId="{497F8B00-5EB9-4021-A40E-EF358888B7A3}" srcOrd="0" destOrd="0" presId="urn:microsoft.com/office/officeart/2018/2/layout/IconVerticalSolidList"/>
    <dgm:cxn modelId="{277805E6-B9BD-415C-8DDA-F3A390C189AA}" type="presOf" srcId="{B1279B8E-E6FA-4D9D-AFAC-6938D275C373}" destId="{51379FFF-6802-41EC-97CB-A2B073B9C1F3}" srcOrd="0" destOrd="0" presId="urn:microsoft.com/office/officeart/2018/2/layout/IconVerticalSolidList"/>
    <dgm:cxn modelId="{20692BE7-7E16-4A83-8D93-546B48DC383E}" type="presOf" srcId="{8A076385-35F9-49FD-832A-DD362D789A2F}" destId="{12AE80FB-92D7-4492-B3BB-2A39E19DF715}" srcOrd="0" destOrd="0" presId="urn:microsoft.com/office/officeart/2018/2/layout/IconVerticalSolidList"/>
    <dgm:cxn modelId="{290FE642-3495-49F0-A842-7B7721C30B89}" type="presParOf" srcId="{497F8B00-5EB9-4021-A40E-EF358888B7A3}" destId="{79FDC826-E96B-41D2-9E90-A6DD201CF0DE}" srcOrd="0" destOrd="0" presId="urn:microsoft.com/office/officeart/2018/2/layout/IconVerticalSolidList"/>
    <dgm:cxn modelId="{D39142CF-6099-4B44-8D44-523A9FDD80BB}" type="presParOf" srcId="{79FDC826-E96B-41D2-9E90-A6DD201CF0DE}" destId="{61DC4FD1-1A05-42EC-90DC-0C59F26EEFD3}" srcOrd="0" destOrd="0" presId="urn:microsoft.com/office/officeart/2018/2/layout/IconVerticalSolidList"/>
    <dgm:cxn modelId="{54E8F92D-615F-4D83-B43E-A11FEC4D2121}" type="presParOf" srcId="{79FDC826-E96B-41D2-9E90-A6DD201CF0DE}" destId="{C2E0F217-7078-441F-A313-316EFC297B14}" srcOrd="1" destOrd="0" presId="urn:microsoft.com/office/officeart/2018/2/layout/IconVerticalSolidList"/>
    <dgm:cxn modelId="{FFAE9E1D-A040-41F3-B1D9-C897E616AE9D}" type="presParOf" srcId="{79FDC826-E96B-41D2-9E90-A6DD201CF0DE}" destId="{294D0D07-948A-4875-80CF-3E217AEB2BF3}" srcOrd="2" destOrd="0" presId="urn:microsoft.com/office/officeart/2018/2/layout/IconVerticalSolidList"/>
    <dgm:cxn modelId="{F3B3A658-A41F-4CE2-93A8-C22E0122D6E7}" type="presParOf" srcId="{79FDC826-E96B-41D2-9E90-A6DD201CF0DE}" destId="{12AE80FB-92D7-4492-B3BB-2A39E19DF715}" srcOrd="3" destOrd="0" presId="urn:microsoft.com/office/officeart/2018/2/layout/IconVerticalSolidList"/>
    <dgm:cxn modelId="{9D6FB11D-B4AE-4769-BB2D-1E4B6F3E8C3A}" type="presParOf" srcId="{497F8B00-5EB9-4021-A40E-EF358888B7A3}" destId="{CA2667A4-DA0A-4D1B-975F-3C8FE7896CD3}" srcOrd="1" destOrd="0" presId="urn:microsoft.com/office/officeart/2018/2/layout/IconVerticalSolidList"/>
    <dgm:cxn modelId="{2A048B0B-7D58-4367-9845-47704363E8F8}" type="presParOf" srcId="{497F8B00-5EB9-4021-A40E-EF358888B7A3}" destId="{427EB0B7-375F-4D30-B616-13A256523999}" srcOrd="2" destOrd="0" presId="urn:microsoft.com/office/officeart/2018/2/layout/IconVerticalSolidList"/>
    <dgm:cxn modelId="{E29744D6-9376-4295-9126-67C870756DD8}" type="presParOf" srcId="{427EB0B7-375F-4D30-B616-13A256523999}" destId="{D1717434-DC18-47A3-B485-E5E29BA6222A}" srcOrd="0" destOrd="0" presId="urn:microsoft.com/office/officeart/2018/2/layout/IconVerticalSolidList"/>
    <dgm:cxn modelId="{174EC4DB-3494-4820-AC78-71213A431224}" type="presParOf" srcId="{427EB0B7-375F-4D30-B616-13A256523999}" destId="{FE337BEB-414D-485E-B2B8-73AFA9F03D2E}" srcOrd="1" destOrd="0" presId="urn:microsoft.com/office/officeart/2018/2/layout/IconVerticalSolidList"/>
    <dgm:cxn modelId="{6EEB08A3-7F13-484D-88D8-97C299120BBB}" type="presParOf" srcId="{427EB0B7-375F-4D30-B616-13A256523999}" destId="{E6FEB9BF-9C1F-4D31-AF7D-883074135825}" srcOrd="2" destOrd="0" presId="urn:microsoft.com/office/officeart/2018/2/layout/IconVerticalSolidList"/>
    <dgm:cxn modelId="{4F705E4C-A459-4A66-91A9-DAA022DEAC8D}" type="presParOf" srcId="{427EB0B7-375F-4D30-B616-13A256523999}" destId="{33AC1338-F833-43B1-97AE-8DA1FB061FD6}" srcOrd="3" destOrd="0" presId="urn:microsoft.com/office/officeart/2018/2/layout/IconVerticalSolidList"/>
    <dgm:cxn modelId="{643CEECD-7ACB-480B-8045-E4B0570A3A2E}" type="presParOf" srcId="{497F8B00-5EB9-4021-A40E-EF358888B7A3}" destId="{85E41CBF-8A54-4033-90CC-21DD5DCC4CB2}" srcOrd="3" destOrd="0" presId="urn:microsoft.com/office/officeart/2018/2/layout/IconVerticalSolidList"/>
    <dgm:cxn modelId="{1129A459-78AC-4682-80C6-991F6343261E}" type="presParOf" srcId="{497F8B00-5EB9-4021-A40E-EF358888B7A3}" destId="{0034483B-4BEB-4198-86A7-6FD8553B0D4D}" srcOrd="4" destOrd="0" presId="urn:microsoft.com/office/officeart/2018/2/layout/IconVerticalSolidList"/>
    <dgm:cxn modelId="{34AC73C8-8E19-4FF6-A442-5675829C6C0C}" type="presParOf" srcId="{0034483B-4BEB-4198-86A7-6FD8553B0D4D}" destId="{CEB9F3A7-B2A8-46F5-9CC4-CAABF8042E73}" srcOrd="0" destOrd="0" presId="urn:microsoft.com/office/officeart/2018/2/layout/IconVerticalSolidList"/>
    <dgm:cxn modelId="{9B31C88A-EB73-4E1C-BF1A-21682E60081D}" type="presParOf" srcId="{0034483B-4BEB-4198-86A7-6FD8553B0D4D}" destId="{8637F83D-8F9F-4B52-ABD0-6981E7A356C4}" srcOrd="1" destOrd="0" presId="urn:microsoft.com/office/officeart/2018/2/layout/IconVerticalSolidList"/>
    <dgm:cxn modelId="{62C2ABAC-BE12-4BC5-935F-3F1CC8A4B0E4}" type="presParOf" srcId="{0034483B-4BEB-4198-86A7-6FD8553B0D4D}" destId="{2CDB1092-2581-4B01-975B-62E5A2AD6D34}" srcOrd="2" destOrd="0" presId="urn:microsoft.com/office/officeart/2018/2/layout/IconVerticalSolidList"/>
    <dgm:cxn modelId="{68CB4976-6349-4A54-8BB3-D24A8730D899}" type="presParOf" srcId="{0034483B-4BEB-4198-86A7-6FD8553B0D4D}" destId="{BABE4548-17C0-4A67-BAA8-D737A5FBEFDF}" srcOrd="3" destOrd="0" presId="urn:microsoft.com/office/officeart/2018/2/layout/IconVerticalSolidList"/>
    <dgm:cxn modelId="{1751C463-B42E-4B43-9C5F-A6FB2F6EA682}" type="presParOf" srcId="{497F8B00-5EB9-4021-A40E-EF358888B7A3}" destId="{D92C5178-5698-42D2-97A4-8158EADE9E72}" srcOrd="5" destOrd="0" presId="urn:microsoft.com/office/officeart/2018/2/layout/IconVerticalSolidList"/>
    <dgm:cxn modelId="{9073FE8D-68A1-4AA2-99BD-5CCC02EDDDE5}" type="presParOf" srcId="{497F8B00-5EB9-4021-A40E-EF358888B7A3}" destId="{BFFC13EE-1B94-4818-A4A2-AC5E2655BEF7}" srcOrd="6" destOrd="0" presId="urn:microsoft.com/office/officeart/2018/2/layout/IconVerticalSolidList"/>
    <dgm:cxn modelId="{F93E7B42-8770-402F-9416-F766B4B2B018}" type="presParOf" srcId="{BFFC13EE-1B94-4818-A4A2-AC5E2655BEF7}" destId="{037AC14A-3FB7-4585-B426-D6D95F792CF1}" srcOrd="0" destOrd="0" presId="urn:microsoft.com/office/officeart/2018/2/layout/IconVerticalSolidList"/>
    <dgm:cxn modelId="{2EBE43B2-DD68-4793-A068-78DB37B7FC56}" type="presParOf" srcId="{BFFC13EE-1B94-4818-A4A2-AC5E2655BEF7}" destId="{E7C43726-1DDD-4BC6-8724-3B405FF17EE3}" srcOrd="1" destOrd="0" presId="urn:microsoft.com/office/officeart/2018/2/layout/IconVerticalSolidList"/>
    <dgm:cxn modelId="{49BA602C-85DA-434C-96F8-6C619B96C23C}" type="presParOf" srcId="{BFFC13EE-1B94-4818-A4A2-AC5E2655BEF7}" destId="{A8FB199D-A84A-4279-9B26-E62BA8F58020}" srcOrd="2" destOrd="0" presId="urn:microsoft.com/office/officeart/2018/2/layout/IconVerticalSolidList"/>
    <dgm:cxn modelId="{65BA6332-C56B-42C3-89D3-E23FC8599472}" type="presParOf" srcId="{BFFC13EE-1B94-4818-A4A2-AC5E2655BEF7}" destId="{51379FFF-6802-41EC-97CB-A2B073B9C1F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4F1CDE6-81C5-4AC6-913B-1304589A4B1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7A140D-DD47-470B-AA10-341F298307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project explores how AI connects world news and market data.</a:t>
          </a:r>
        </a:p>
      </dgm:t>
    </dgm:pt>
    <dgm:pt modelId="{B26644EE-0767-43B5-BCF4-86CDB7E7C54A}" type="parTrans" cxnId="{6A942576-2A7C-482D-88C0-06C23338E8BC}">
      <dgm:prSet/>
      <dgm:spPr/>
      <dgm:t>
        <a:bodyPr/>
        <a:lstStyle/>
        <a:p>
          <a:endParaRPr lang="en-US"/>
        </a:p>
      </dgm:t>
    </dgm:pt>
    <dgm:pt modelId="{0B4D7AA1-137E-49D3-B61B-D3EB982E5A5E}" type="sibTrans" cxnId="{6A942576-2A7C-482D-88C0-06C23338E8BC}">
      <dgm:prSet/>
      <dgm:spPr/>
      <dgm:t>
        <a:bodyPr/>
        <a:lstStyle/>
        <a:p>
          <a:endParaRPr lang="en-US"/>
        </a:p>
      </dgm:t>
    </dgm:pt>
    <dgm:pt modelId="{E8E3386B-1539-4C2F-BCE3-EE155370B0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Focus: field research – collecting and preparing event and price data.</a:t>
          </a:r>
        </a:p>
      </dgm:t>
    </dgm:pt>
    <dgm:pt modelId="{D66C7DB6-2B44-41EF-B6F7-51BC433FD7E0}" type="parTrans" cxnId="{9CF9BE07-6C5B-42BA-BED5-D544A5F287D1}">
      <dgm:prSet/>
      <dgm:spPr/>
      <dgm:t>
        <a:bodyPr/>
        <a:lstStyle/>
        <a:p>
          <a:endParaRPr lang="en-US"/>
        </a:p>
      </dgm:t>
    </dgm:pt>
    <dgm:pt modelId="{B4005AE6-982A-4E9D-8085-E42A2D24ED4B}" type="sibTrans" cxnId="{9CF9BE07-6C5B-42BA-BED5-D544A5F287D1}">
      <dgm:prSet/>
      <dgm:spPr/>
      <dgm:t>
        <a:bodyPr/>
        <a:lstStyle/>
        <a:p>
          <a:endParaRPr lang="en-US"/>
        </a:p>
      </dgm:t>
    </dgm:pt>
    <dgm:pt modelId="{B8CABC02-D2E8-40A5-B2F7-CDB7C0945F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Gold chosen as it is a universal indicator reacting clearly to uncertainty.</a:t>
          </a:r>
        </a:p>
      </dgm:t>
    </dgm:pt>
    <dgm:pt modelId="{BB8EFF1F-9045-440E-A9B3-F0D631F95490}" type="parTrans" cxnId="{8A04939B-AAAF-44F6-9017-7269E47233E6}">
      <dgm:prSet/>
      <dgm:spPr/>
      <dgm:t>
        <a:bodyPr/>
        <a:lstStyle/>
        <a:p>
          <a:endParaRPr lang="en-US"/>
        </a:p>
      </dgm:t>
    </dgm:pt>
    <dgm:pt modelId="{2C490E44-2223-495D-A5C2-D1AEE62723F0}" type="sibTrans" cxnId="{8A04939B-AAAF-44F6-9017-7269E47233E6}">
      <dgm:prSet/>
      <dgm:spPr/>
      <dgm:t>
        <a:bodyPr/>
        <a:lstStyle/>
        <a:p>
          <a:endParaRPr lang="en-US"/>
        </a:p>
      </dgm:t>
    </dgm:pt>
    <dgm:pt modelId="{F512EC0E-13EC-4804-9D2E-7E8B21B3920F}" type="pres">
      <dgm:prSet presAssocID="{64F1CDE6-81C5-4AC6-913B-1304589A4B10}" presName="root" presStyleCnt="0">
        <dgm:presLayoutVars>
          <dgm:dir/>
          <dgm:resizeHandles val="exact"/>
        </dgm:presLayoutVars>
      </dgm:prSet>
      <dgm:spPr/>
    </dgm:pt>
    <dgm:pt modelId="{D41A7322-C246-4F47-8E1E-70EB50D43CAB}" type="pres">
      <dgm:prSet presAssocID="{267A140D-DD47-470B-AA10-341F2983071F}" presName="compNode" presStyleCnt="0"/>
      <dgm:spPr/>
    </dgm:pt>
    <dgm:pt modelId="{50359E1C-E209-41FE-902A-40FFA45B9C18}" type="pres">
      <dgm:prSet presAssocID="{267A140D-DD47-470B-AA10-341F2983071F}" presName="bgRect" presStyleLbl="bgShp" presStyleIdx="0" presStyleCnt="3"/>
      <dgm:spPr/>
    </dgm:pt>
    <dgm:pt modelId="{8A6615B3-63F7-4B7F-9039-C500AB26CC13}" type="pres">
      <dgm:prSet presAssocID="{267A140D-DD47-470B-AA10-341F2983071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937B3AF-BD8F-4C13-9E47-3C7203FD7655}" type="pres">
      <dgm:prSet presAssocID="{267A140D-DD47-470B-AA10-341F2983071F}" presName="spaceRect" presStyleCnt="0"/>
      <dgm:spPr/>
    </dgm:pt>
    <dgm:pt modelId="{E50ECC5B-739F-4426-A04E-449A3762E504}" type="pres">
      <dgm:prSet presAssocID="{267A140D-DD47-470B-AA10-341F2983071F}" presName="parTx" presStyleLbl="revTx" presStyleIdx="0" presStyleCnt="3">
        <dgm:presLayoutVars>
          <dgm:chMax val="0"/>
          <dgm:chPref val="0"/>
        </dgm:presLayoutVars>
      </dgm:prSet>
      <dgm:spPr/>
    </dgm:pt>
    <dgm:pt modelId="{F2C8C869-022F-40A8-AF00-0E49EA18F9CF}" type="pres">
      <dgm:prSet presAssocID="{0B4D7AA1-137E-49D3-B61B-D3EB982E5A5E}" presName="sibTrans" presStyleCnt="0"/>
      <dgm:spPr/>
    </dgm:pt>
    <dgm:pt modelId="{3674D416-0D48-4AA3-9D1A-76276B2F50AE}" type="pres">
      <dgm:prSet presAssocID="{E8E3386B-1539-4C2F-BCE3-EE155370B08F}" presName="compNode" presStyleCnt="0"/>
      <dgm:spPr/>
    </dgm:pt>
    <dgm:pt modelId="{F059C853-A77E-4553-B3E4-0C3775AF8DC7}" type="pres">
      <dgm:prSet presAssocID="{E8E3386B-1539-4C2F-BCE3-EE155370B08F}" presName="bgRect" presStyleLbl="bgShp" presStyleIdx="1" presStyleCnt="3"/>
      <dgm:spPr/>
    </dgm:pt>
    <dgm:pt modelId="{6096D762-2710-4914-BE33-D00FC742FBBA}" type="pres">
      <dgm:prSet presAssocID="{E8E3386B-1539-4C2F-BCE3-EE155370B08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9CE6C59E-33F7-4F4E-93F1-F9962CBDC058}" type="pres">
      <dgm:prSet presAssocID="{E8E3386B-1539-4C2F-BCE3-EE155370B08F}" presName="spaceRect" presStyleCnt="0"/>
      <dgm:spPr/>
    </dgm:pt>
    <dgm:pt modelId="{A6A6CF0B-1427-4218-AF42-C7A9D530C723}" type="pres">
      <dgm:prSet presAssocID="{E8E3386B-1539-4C2F-BCE3-EE155370B08F}" presName="parTx" presStyleLbl="revTx" presStyleIdx="1" presStyleCnt="3">
        <dgm:presLayoutVars>
          <dgm:chMax val="0"/>
          <dgm:chPref val="0"/>
        </dgm:presLayoutVars>
      </dgm:prSet>
      <dgm:spPr/>
    </dgm:pt>
    <dgm:pt modelId="{640C5B05-2F2F-4895-B242-E2CEF156F3DE}" type="pres">
      <dgm:prSet presAssocID="{B4005AE6-982A-4E9D-8085-E42A2D24ED4B}" presName="sibTrans" presStyleCnt="0"/>
      <dgm:spPr/>
    </dgm:pt>
    <dgm:pt modelId="{8FE0DECE-682C-4D17-AA0D-843263B4520E}" type="pres">
      <dgm:prSet presAssocID="{B8CABC02-D2E8-40A5-B2F7-CDB7C0945F00}" presName="compNode" presStyleCnt="0"/>
      <dgm:spPr/>
    </dgm:pt>
    <dgm:pt modelId="{4CE52EA5-E17C-4BAE-8BDA-10E2E006B320}" type="pres">
      <dgm:prSet presAssocID="{B8CABC02-D2E8-40A5-B2F7-CDB7C0945F00}" presName="bgRect" presStyleLbl="bgShp" presStyleIdx="2" presStyleCnt="3"/>
      <dgm:spPr/>
    </dgm:pt>
    <dgm:pt modelId="{344482E0-FD24-4F44-9A48-0097C099ED5A}" type="pres">
      <dgm:prSet presAssocID="{B8CABC02-D2E8-40A5-B2F7-CDB7C0945F0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old bars"/>
        </a:ext>
      </dgm:extLst>
    </dgm:pt>
    <dgm:pt modelId="{B79AAED3-7C5C-42D3-9F5C-78FF7339D88B}" type="pres">
      <dgm:prSet presAssocID="{B8CABC02-D2E8-40A5-B2F7-CDB7C0945F00}" presName="spaceRect" presStyleCnt="0"/>
      <dgm:spPr/>
    </dgm:pt>
    <dgm:pt modelId="{EFA836DF-772B-4447-965F-C8FB50AF0566}" type="pres">
      <dgm:prSet presAssocID="{B8CABC02-D2E8-40A5-B2F7-CDB7C0945F0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CF9BE07-6C5B-42BA-BED5-D544A5F287D1}" srcId="{64F1CDE6-81C5-4AC6-913B-1304589A4B10}" destId="{E8E3386B-1539-4C2F-BCE3-EE155370B08F}" srcOrd="1" destOrd="0" parTransId="{D66C7DB6-2B44-41EF-B6F7-51BC433FD7E0}" sibTransId="{B4005AE6-982A-4E9D-8085-E42A2D24ED4B}"/>
    <dgm:cxn modelId="{E17B7C36-5B34-4BCC-91BB-991929B3FE7B}" type="presOf" srcId="{B8CABC02-D2E8-40A5-B2F7-CDB7C0945F00}" destId="{EFA836DF-772B-4447-965F-C8FB50AF0566}" srcOrd="0" destOrd="0" presId="urn:microsoft.com/office/officeart/2018/2/layout/IconVerticalSolidList"/>
    <dgm:cxn modelId="{6A942576-2A7C-482D-88C0-06C23338E8BC}" srcId="{64F1CDE6-81C5-4AC6-913B-1304589A4B10}" destId="{267A140D-DD47-470B-AA10-341F2983071F}" srcOrd="0" destOrd="0" parTransId="{B26644EE-0767-43B5-BCF4-86CDB7E7C54A}" sibTransId="{0B4D7AA1-137E-49D3-B61B-D3EB982E5A5E}"/>
    <dgm:cxn modelId="{5BB71E7C-E777-4386-BF4B-DC6FBC3F0465}" type="presOf" srcId="{64F1CDE6-81C5-4AC6-913B-1304589A4B10}" destId="{F512EC0E-13EC-4804-9D2E-7E8B21B3920F}" srcOrd="0" destOrd="0" presId="urn:microsoft.com/office/officeart/2018/2/layout/IconVerticalSolidList"/>
    <dgm:cxn modelId="{E9BBE77E-11F6-4C06-8005-11691F93D85B}" type="presOf" srcId="{E8E3386B-1539-4C2F-BCE3-EE155370B08F}" destId="{A6A6CF0B-1427-4218-AF42-C7A9D530C723}" srcOrd="0" destOrd="0" presId="urn:microsoft.com/office/officeart/2018/2/layout/IconVerticalSolidList"/>
    <dgm:cxn modelId="{8A04939B-AAAF-44F6-9017-7269E47233E6}" srcId="{64F1CDE6-81C5-4AC6-913B-1304589A4B10}" destId="{B8CABC02-D2E8-40A5-B2F7-CDB7C0945F00}" srcOrd="2" destOrd="0" parTransId="{BB8EFF1F-9045-440E-A9B3-F0D631F95490}" sibTransId="{2C490E44-2223-495D-A5C2-D1AEE62723F0}"/>
    <dgm:cxn modelId="{7BF71A9E-30AE-45E9-B014-2785C2A39699}" type="presOf" srcId="{267A140D-DD47-470B-AA10-341F2983071F}" destId="{E50ECC5B-739F-4426-A04E-449A3762E504}" srcOrd="0" destOrd="0" presId="urn:microsoft.com/office/officeart/2018/2/layout/IconVerticalSolidList"/>
    <dgm:cxn modelId="{E356A5D0-7FDE-442C-AA2D-6B42E78C6901}" type="presParOf" srcId="{F512EC0E-13EC-4804-9D2E-7E8B21B3920F}" destId="{D41A7322-C246-4F47-8E1E-70EB50D43CAB}" srcOrd="0" destOrd="0" presId="urn:microsoft.com/office/officeart/2018/2/layout/IconVerticalSolidList"/>
    <dgm:cxn modelId="{4BF386F1-C938-4FC5-94CE-EE470E69592D}" type="presParOf" srcId="{D41A7322-C246-4F47-8E1E-70EB50D43CAB}" destId="{50359E1C-E209-41FE-902A-40FFA45B9C18}" srcOrd="0" destOrd="0" presId="urn:microsoft.com/office/officeart/2018/2/layout/IconVerticalSolidList"/>
    <dgm:cxn modelId="{7221BC85-82A8-4656-9BA5-BB3DB12008BE}" type="presParOf" srcId="{D41A7322-C246-4F47-8E1E-70EB50D43CAB}" destId="{8A6615B3-63F7-4B7F-9039-C500AB26CC13}" srcOrd="1" destOrd="0" presId="urn:microsoft.com/office/officeart/2018/2/layout/IconVerticalSolidList"/>
    <dgm:cxn modelId="{03E95EEA-4587-47FA-B37D-BF8772BDD50B}" type="presParOf" srcId="{D41A7322-C246-4F47-8E1E-70EB50D43CAB}" destId="{7937B3AF-BD8F-4C13-9E47-3C7203FD7655}" srcOrd="2" destOrd="0" presId="urn:microsoft.com/office/officeart/2018/2/layout/IconVerticalSolidList"/>
    <dgm:cxn modelId="{8B84C664-51D2-40CA-B8B2-9FE1A7C24F16}" type="presParOf" srcId="{D41A7322-C246-4F47-8E1E-70EB50D43CAB}" destId="{E50ECC5B-739F-4426-A04E-449A3762E504}" srcOrd="3" destOrd="0" presId="urn:microsoft.com/office/officeart/2018/2/layout/IconVerticalSolidList"/>
    <dgm:cxn modelId="{6B67AFB9-3C0C-4885-8346-8568B898C357}" type="presParOf" srcId="{F512EC0E-13EC-4804-9D2E-7E8B21B3920F}" destId="{F2C8C869-022F-40A8-AF00-0E49EA18F9CF}" srcOrd="1" destOrd="0" presId="urn:microsoft.com/office/officeart/2018/2/layout/IconVerticalSolidList"/>
    <dgm:cxn modelId="{EA6C704E-EA8A-45E1-87F0-6E79BF4AEE5D}" type="presParOf" srcId="{F512EC0E-13EC-4804-9D2E-7E8B21B3920F}" destId="{3674D416-0D48-4AA3-9D1A-76276B2F50AE}" srcOrd="2" destOrd="0" presId="urn:microsoft.com/office/officeart/2018/2/layout/IconVerticalSolidList"/>
    <dgm:cxn modelId="{3A9D5A0B-899E-48BE-BCB7-11713719A599}" type="presParOf" srcId="{3674D416-0D48-4AA3-9D1A-76276B2F50AE}" destId="{F059C853-A77E-4553-B3E4-0C3775AF8DC7}" srcOrd="0" destOrd="0" presId="urn:microsoft.com/office/officeart/2018/2/layout/IconVerticalSolidList"/>
    <dgm:cxn modelId="{E0F997D1-169A-4A0B-9FAB-406D3AFF0169}" type="presParOf" srcId="{3674D416-0D48-4AA3-9D1A-76276B2F50AE}" destId="{6096D762-2710-4914-BE33-D00FC742FBBA}" srcOrd="1" destOrd="0" presId="urn:microsoft.com/office/officeart/2018/2/layout/IconVerticalSolidList"/>
    <dgm:cxn modelId="{4633F6A1-41FD-4031-9811-8A13487CC79A}" type="presParOf" srcId="{3674D416-0D48-4AA3-9D1A-76276B2F50AE}" destId="{9CE6C59E-33F7-4F4E-93F1-F9962CBDC058}" srcOrd="2" destOrd="0" presId="urn:microsoft.com/office/officeart/2018/2/layout/IconVerticalSolidList"/>
    <dgm:cxn modelId="{EB69B593-C5C3-46C4-A64E-4AE5550714B0}" type="presParOf" srcId="{3674D416-0D48-4AA3-9D1A-76276B2F50AE}" destId="{A6A6CF0B-1427-4218-AF42-C7A9D530C723}" srcOrd="3" destOrd="0" presId="urn:microsoft.com/office/officeart/2018/2/layout/IconVerticalSolidList"/>
    <dgm:cxn modelId="{F69AB8D7-06B6-4A55-8A32-8C626B8714EE}" type="presParOf" srcId="{F512EC0E-13EC-4804-9D2E-7E8B21B3920F}" destId="{640C5B05-2F2F-4895-B242-E2CEF156F3DE}" srcOrd="3" destOrd="0" presId="urn:microsoft.com/office/officeart/2018/2/layout/IconVerticalSolidList"/>
    <dgm:cxn modelId="{64AF84F4-4341-4C70-8375-69EE5D54EA67}" type="presParOf" srcId="{F512EC0E-13EC-4804-9D2E-7E8B21B3920F}" destId="{8FE0DECE-682C-4D17-AA0D-843263B4520E}" srcOrd="4" destOrd="0" presId="urn:microsoft.com/office/officeart/2018/2/layout/IconVerticalSolidList"/>
    <dgm:cxn modelId="{34191427-404F-4CC2-85AB-5E0CFB71D69E}" type="presParOf" srcId="{8FE0DECE-682C-4D17-AA0D-843263B4520E}" destId="{4CE52EA5-E17C-4BAE-8BDA-10E2E006B320}" srcOrd="0" destOrd="0" presId="urn:microsoft.com/office/officeart/2018/2/layout/IconVerticalSolidList"/>
    <dgm:cxn modelId="{4590DCC9-2B6F-4693-862E-EF4815488ECC}" type="presParOf" srcId="{8FE0DECE-682C-4D17-AA0D-843263B4520E}" destId="{344482E0-FD24-4F44-9A48-0097C099ED5A}" srcOrd="1" destOrd="0" presId="urn:microsoft.com/office/officeart/2018/2/layout/IconVerticalSolidList"/>
    <dgm:cxn modelId="{58C871E6-0823-4F8E-A49F-705EA0074F9F}" type="presParOf" srcId="{8FE0DECE-682C-4D17-AA0D-843263B4520E}" destId="{B79AAED3-7C5C-42D3-9F5C-78FF7339D88B}" srcOrd="2" destOrd="0" presId="urn:microsoft.com/office/officeart/2018/2/layout/IconVerticalSolidList"/>
    <dgm:cxn modelId="{9AFDCC10-F532-4765-AA43-9456C92F4395}" type="presParOf" srcId="{8FE0DECE-682C-4D17-AA0D-843263B4520E}" destId="{EFA836DF-772B-4447-965F-C8FB50AF056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18F2B50-C451-48ED-A93B-8C0FC249120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E51A664-31F3-4FEE-901F-04A30FA22A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Most studies analyze </a:t>
          </a:r>
          <a:r>
            <a:rPr lang="en-US" b="0" i="1" baseline="0"/>
            <a:t>either</a:t>
          </a:r>
          <a:r>
            <a:rPr lang="en-US" b="0" i="0" baseline="0"/>
            <a:t> sentiment or price — not both together</a:t>
          </a:r>
          <a:endParaRPr lang="en-US"/>
        </a:p>
      </dgm:t>
    </dgm:pt>
    <dgm:pt modelId="{2FEC644F-8371-4581-AFFF-203EB6143F6A}" type="parTrans" cxnId="{4D9A631C-5C48-40D3-A68C-89D3F0D5AF50}">
      <dgm:prSet/>
      <dgm:spPr/>
      <dgm:t>
        <a:bodyPr/>
        <a:lstStyle/>
        <a:p>
          <a:endParaRPr lang="en-US"/>
        </a:p>
      </dgm:t>
    </dgm:pt>
    <dgm:pt modelId="{2C87CC69-056F-46C2-8C62-7C6B613B92E0}" type="sibTrans" cxnId="{4D9A631C-5C48-40D3-A68C-89D3F0D5AF50}">
      <dgm:prSet/>
      <dgm:spPr/>
      <dgm:t>
        <a:bodyPr/>
        <a:lstStyle/>
        <a:p>
          <a:endParaRPr lang="en-US"/>
        </a:p>
      </dgm:t>
    </dgm:pt>
    <dgm:pt modelId="{F98F9DFE-55DC-4F2D-938F-26E5D3F2A4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Limited research on combining sentiment with </a:t>
          </a:r>
          <a:r>
            <a:rPr lang="en-US" b="0" i="1" baseline="0"/>
            <a:t>commodity</a:t>
          </a:r>
          <a:r>
            <a:rPr lang="en-US" b="0" i="0" baseline="0"/>
            <a:t> markets (gold)</a:t>
          </a:r>
          <a:endParaRPr lang="en-US"/>
        </a:p>
      </dgm:t>
    </dgm:pt>
    <dgm:pt modelId="{A9E1D025-3B7D-4448-BCD9-B217F2DC23B6}" type="parTrans" cxnId="{FCC598F2-1258-45AF-90B2-0800CC7635B7}">
      <dgm:prSet/>
      <dgm:spPr/>
      <dgm:t>
        <a:bodyPr/>
        <a:lstStyle/>
        <a:p>
          <a:endParaRPr lang="en-US"/>
        </a:p>
      </dgm:t>
    </dgm:pt>
    <dgm:pt modelId="{975287C6-55E5-41BB-B982-647C74AA5417}" type="sibTrans" cxnId="{FCC598F2-1258-45AF-90B2-0800CC7635B7}">
      <dgm:prSet/>
      <dgm:spPr/>
      <dgm:t>
        <a:bodyPr/>
        <a:lstStyle/>
        <a:p>
          <a:endParaRPr lang="en-US"/>
        </a:p>
      </dgm:t>
    </dgm:pt>
    <dgm:pt modelId="{F7D5FF6B-87AC-46C6-A9A3-3759916472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Lack of real-time NLP-driven analysis tools</a:t>
          </a:r>
          <a:endParaRPr lang="en-US"/>
        </a:p>
      </dgm:t>
    </dgm:pt>
    <dgm:pt modelId="{3ECA1283-5D67-4379-99CF-4846297D7850}" type="parTrans" cxnId="{E53E6895-1C6A-4D17-8F19-8870D2E757B8}">
      <dgm:prSet/>
      <dgm:spPr/>
      <dgm:t>
        <a:bodyPr/>
        <a:lstStyle/>
        <a:p>
          <a:endParaRPr lang="en-US"/>
        </a:p>
      </dgm:t>
    </dgm:pt>
    <dgm:pt modelId="{D203C7D5-C570-4B14-8078-CA79063FF756}" type="sibTrans" cxnId="{E53E6895-1C6A-4D17-8F19-8870D2E757B8}">
      <dgm:prSet/>
      <dgm:spPr/>
      <dgm:t>
        <a:bodyPr/>
        <a:lstStyle/>
        <a:p>
          <a:endParaRPr lang="en-US"/>
        </a:p>
      </dgm:t>
    </dgm:pt>
    <dgm:pt modelId="{50ADB2BB-15E2-4F2D-A24B-6A63C8CFCD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No unified framework linking global events → sentiment → gold trend</a:t>
          </a:r>
          <a:endParaRPr lang="en-US"/>
        </a:p>
      </dgm:t>
    </dgm:pt>
    <dgm:pt modelId="{61772A00-7B75-43B0-94FB-3854C20AAB64}" type="parTrans" cxnId="{523BC685-96D3-4A11-B559-60C4435B1235}">
      <dgm:prSet/>
      <dgm:spPr/>
      <dgm:t>
        <a:bodyPr/>
        <a:lstStyle/>
        <a:p>
          <a:endParaRPr lang="en-US"/>
        </a:p>
      </dgm:t>
    </dgm:pt>
    <dgm:pt modelId="{69A53FD8-E5ED-453E-9B9D-447F127AD52B}" type="sibTrans" cxnId="{523BC685-96D3-4A11-B559-60C4435B1235}">
      <dgm:prSet/>
      <dgm:spPr/>
      <dgm:t>
        <a:bodyPr/>
        <a:lstStyle/>
        <a:p>
          <a:endParaRPr lang="en-US"/>
        </a:p>
      </dgm:t>
    </dgm:pt>
    <dgm:pt modelId="{B58D52A2-8C61-4337-B275-2923072E85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This project bridges this gap using a hybrid AI approach</a:t>
          </a:r>
          <a:endParaRPr lang="en-US"/>
        </a:p>
      </dgm:t>
    </dgm:pt>
    <dgm:pt modelId="{E050E538-4407-4853-9FC5-2850DDA51D86}" type="parTrans" cxnId="{B82120E2-88C2-4515-8228-C23D367C8016}">
      <dgm:prSet/>
      <dgm:spPr/>
      <dgm:t>
        <a:bodyPr/>
        <a:lstStyle/>
        <a:p>
          <a:endParaRPr lang="en-US"/>
        </a:p>
      </dgm:t>
    </dgm:pt>
    <dgm:pt modelId="{B3353735-7137-485C-B3FC-83A9C9181209}" type="sibTrans" cxnId="{B82120E2-88C2-4515-8228-C23D367C8016}">
      <dgm:prSet/>
      <dgm:spPr/>
      <dgm:t>
        <a:bodyPr/>
        <a:lstStyle/>
        <a:p>
          <a:endParaRPr lang="en-US"/>
        </a:p>
      </dgm:t>
    </dgm:pt>
    <dgm:pt modelId="{22ED3E1F-CC10-4650-9D7E-AAF81CAD2F2C}" type="pres">
      <dgm:prSet presAssocID="{A18F2B50-C451-48ED-A93B-8C0FC249120C}" presName="root" presStyleCnt="0">
        <dgm:presLayoutVars>
          <dgm:dir/>
          <dgm:resizeHandles val="exact"/>
        </dgm:presLayoutVars>
      </dgm:prSet>
      <dgm:spPr/>
    </dgm:pt>
    <dgm:pt modelId="{E36FF857-B1C4-4EB4-BC15-DBC45A6AAB92}" type="pres">
      <dgm:prSet presAssocID="{9E51A664-31F3-4FEE-901F-04A30FA22AB6}" presName="compNode" presStyleCnt="0"/>
      <dgm:spPr/>
    </dgm:pt>
    <dgm:pt modelId="{E2C03034-796E-4282-8C1F-CDD712CEA152}" type="pres">
      <dgm:prSet presAssocID="{9E51A664-31F3-4FEE-901F-04A30FA22AB6}" presName="bgRect" presStyleLbl="bgShp" presStyleIdx="0" presStyleCnt="5"/>
      <dgm:spPr/>
    </dgm:pt>
    <dgm:pt modelId="{E38B5140-BB99-46D8-92E0-178F4C651FFE}" type="pres">
      <dgm:prSet presAssocID="{9E51A664-31F3-4FEE-901F-04A30FA22AB6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53965679-41E3-47F6-A26A-2A200937ADE2}" type="pres">
      <dgm:prSet presAssocID="{9E51A664-31F3-4FEE-901F-04A30FA22AB6}" presName="spaceRect" presStyleCnt="0"/>
      <dgm:spPr/>
    </dgm:pt>
    <dgm:pt modelId="{434EB7EC-4BC6-4965-926D-BD7492FEF854}" type="pres">
      <dgm:prSet presAssocID="{9E51A664-31F3-4FEE-901F-04A30FA22AB6}" presName="parTx" presStyleLbl="revTx" presStyleIdx="0" presStyleCnt="5">
        <dgm:presLayoutVars>
          <dgm:chMax val="0"/>
          <dgm:chPref val="0"/>
        </dgm:presLayoutVars>
      </dgm:prSet>
      <dgm:spPr/>
    </dgm:pt>
    <dgm:pt modelId="{730F692D-8D4D-4DC6-B0A6-262ECD69E4C5}" type="pres">
      <dgm:prSet presAssocID="{2C87CC69-056F-46C2-8C62-7C6B613B92E0}" presName="sibTrans" presStyleCnt="0"/>
      <dgm:spPr/>
    </dgm:pt>
    <dgm:pt modelId="{3A99CF8E-6D76-4273-8015-D59FEE7EDF40}" type="pres">
      <dgm:prSet presAssocID="{F98F9DFE-55DC-4F2D-938F-26E5D3F2A48F}" presName="compNode" presStyleCnt="0"/>
      <dgm:spPr/>
    </dgm:pt>
    <dgm:pt modelId="{B72496F7-C98D-488B-8461-2EC3983450F0}" type="pres">
      <dgm:prSet presAssocID="{F98F9DFE-55DC-4F2D-938F-26E5D3F2A48F}" presName="bgRect" presStyleLbl="bgShp" presStyleIdx="1" presStyleCnt="5"/>
      <dgm:spPr/>
    </dgm:pt>
    <dgm:pt modelId="{AA61D908-5BD2-4236-B60E-64F05A621BF3}" type="pres">
      <dgm:prSet presAssocID="{F98F9DFE-55DC-4F2D-938F-26E5D3F2A48F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old bars"/>
        </a:ext>
      </dgm:extLst>
    </dgm:pt>
    <dgm:pt modelId="{ACC049ED-55A2-403F-B4F6-66DFF11F9C12}" type="pres">
      <dgm:prSet presAssocID="{F98F9DFE-55DC-4F2D-938F-26E5D3F2A48F}" presName="spaceRect" presStyleCnt="0"/>
      <dgm:spPr/>
    </dgm:pt>
    <dgm:pt modelId="{A68882CB-A7CF-4679-B0F5-784B945CB9A3}" type="pres">
      <dgm:prSet presAssocID="{F98F9DFE-55DC-4F2D-938F-26E5D3F2A48F}" presName="parTx" presStyleLbl="revTx" presStyleIdx="1" presStyleCnt="5">
        <dgm:presLayoutVars>
          <dgm:chMax val="0"/>
          <dgm:chPref val="0"/>
        </dgm:presLayoutVars>
      </dgm:prSet>
      <dgm:spPr/>
    </dgm:pt>
    <dgm:pt modelId="{BCBB055D-B1E1-44BF-B2E2-E1B6CF48AA7C}" type="pres">
      <dgm:prSet presAssocID="{975287C6-55E5-41BB-B982-647C74AA5417}" presName="sibTrans" presStyleCnt="0"/>
      <dgm:spPr/>
    </dgm:pt>
    <dgm:pt modelId="{7A89840E-12EF-4488-8800-D8883F3ABC3F}" type="pres">
      <dgm:prSet presAssocID="{F7D5FF6B-87AC-46C6-A9A3-37599164724D}" presName="compNode" presStyleCnt="0"/>
      <dgm:spPr/>
    </dgm:pt>
    <dgm:pt modelId="{3DDB410D-2465-4B6F-83E7-485C5E7DF255}" type="pres">
      <dgm:prSet presAssocID="{F7D5FF6B-87AC-46C6-A9A3-37599164724D}" presName="bgRect" presStyleLbl="bgShp" presStyleIdx="2" presStyleCnt="5"/>
      <dgm:spPr/>
    </dgm:pt>
    <dgm:pt modelId="{7899E5F7-AFDB-402C-A43F-360430E0AC91}" type="pres">
      <dgm:prSet presAssocID="{F7D5FF6B-87AC-46C6-A9A3-37599164724D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18E8495-621E-4860-9F0A-80AFE40B4AE9}" type="pres">
      <dgm:prSet presAssocID="{F7D5FF6B-87AC-46C6-A9A3-37599164724D}" presName="spaceRect" presStyleCnt="0"/>
      <dgm:spPr/>
    </dgm:pt>
    <dgm:pt modelId="{2CA84A1D-F431-4990-8F98-58B15033EF98}" type="pres">
      <dgm:prSet presAssocID="{F7D5FF6B-87AC-46C6-A9A3-37599164724D}" presName="parTx" presStyleLbl="revTx" presStyleIdx="2" presStyleCnt="5">
        <dgm:presLayoutVars>
          <dgm:chMax val="0"/>
          <dgm:chPref val="0"/>
        </dgm:presLayoutVars>
      </dgm:prSet>
      <dgm:spPr/>
    </dgm:pt>
    <dgm:pt modelId="{D753A9E0-E74D-478D-9628-D3DC89EF7322}" type="pres">
      <dgm:prSet presAssocID="{D203C7D5-C570-4B14-8078-CA79063FF756}" presName="sibTrans" presStyleCnt="0"/>
      <dgm:spPr/>
    </dgm:pt>
    <dgm:pt modelId="{589B97E6-CED9-4162-BE4D-1E9D1442DE78}" type="pres">
      <dgm:prSet presAssocID="{50ADB2BB-15E2-4F2D-A24B-6A63C8CFCDBF}" presName="compNode" presStyleCnt="0"/>
      <dgm:spPr/>
    </dgm:pt>
    <dgm:pt modelId="{069F6DB1-9786-43C2-B93F-C953583B6131}" type="pres">
      <dgm:prSet presAssocID="{50ADB2BB-15E2-4F2D-A24B-6A63C8CFCDBF}" presName="bgRect" presStyleLbl="bgShp" presStyleIdx="3" presStyleCnt="5"/>
      <dgm:spPr/>
    </dgm:pt>
    <dgm:pt modelId="{051425B4-C435-4DAD-98C2-85F8A4807B06}" type="pres">
      <dgm:prSet presAssocID="{50ADB2BB-15E2-4F2D-A24B-6A63C8CFCDBF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28883E5-23AF-4926-B81C-E62BD5E5CBFA}" type="pres">
      <dgm:prSet presAssocID="{50ADB2BB-15E2-4F2D-A24B-6A63C8CFCDBF}" presName="spaceRect" presStyleCnt="0"/>
      <dgm:spPr/>
    </dgm:pt>
    <dgm:pt modelId="{A6EB974D-EC9B-4B03-A673-A01EDDDB2565}" type="pres">
      <dgm:prSet presAssocID="{50ADB2BB-15E2-4F2D-A24B-6A63C8CFCDBF}" presName="parTx" presStyleLbl="revTx" presStyleIdx="3" presStyleCnt="5">
        <dgm:presLayoutVars>
          <dgm:chMax val="0"/>
          <dgm:chPref val="0"/>
        </dgm:presLayoutVars>
      </dgm:prSet>
      <dgm:spPr/>
    </dgm:pt>
    <dgm:pt modelId="{46150F9A-F309-4538-8E80-4B48433FD73F}" type="pres">
      <dgm:prSet presAssocID="{69A53FD8-E5ED-453E-9B9D-447F127AD52B}" presName="sibTrans" presStyleCnt="0"/>
      <dgm:spPr/>
    </dgm:pt>
    <dgm:pt modelId="{8064E799-01B3-48FC-A51E-C3213F23B91C}" type="pres">
      <dgm:prSet presAssocID="{B58D52A2-8C61-4337-B275-2923072E852B}" presName="compNode" presStyleCnt="0"/>
      <dgm:spPr/>
    </dgm:pt>
    <dgm:pt modelId="{44328E75-86C3-4FCF-9894-752BAB121D30}" type="pres">
      <dgm:prSet presAssocID="{B58D52A2-8C61-4337-B275-2923072E852B}" presName="bgRect" presStyleLbl="bgShp" presStyleIdx="4" presStyleCnt="5"/>
      <dgm:spPr/>
    </dgm:pt>
    <dgm:pt modelId="{9D43B4B2-0EDC-485A-8673-A95EF8E91646}" type="pres">
      <dgm:prSet presAssocID="{B58D52A2-8C61-4337-B275-2923072E852B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983A234-3808-41B5-99BD-5363E79F922D}" type="pres">
      <dgm:prSet presAssocID="{B58D52A2-8C61-4337-B275-2923072E852B}" presName="spaceRect" presStyleCnt="0"/>
      <dgm:spPr/>
    </dgm:pt>
    <dgm:pt modelId="{79EE7484-DF16-4BEE-BD0F-7D0DFBE34B33}" type="pres">
      <dgm:prSet presAssocID="{B58D52A2-8C61-4337-B275-2923072E852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6F74B10-2F33-4243-BFCB-29EA58C899E3}" type="presOf" srcId="{9E51A664-31F3-4FEE-901F-04A30FA22AB6}" destId="{434EB7EC-4BC6-4965-926D-BD7492FEF854}" srcOrd="0" destOrd="0" presId="urn:microsoft.com/office/officeart/2018/2/layout/IconVerticalSolidList"/>
    <dgm:cxn modelId="{4D9A631C-5C48-40D3-A68C-89D3F0D5AF50}" srcId="{A18F2B50-C451-48ED-A93B-8C0FC249120C}" destId="{9E51A664-31F3-4FEE-901F-04A30FA22AB6}" srcOrd="0" destOrd="0" parTransId="{2FEC644F-8371-4581-AFFF-203EB6143F6A}" sibTransId="{2C87CC69-056F-46C2-8C62-7C6B613B92E0}"/>
    <dgm:cxn modelId="{051B5E24-FA65-4624-930A-3EFF8616983D}" type="presOf" srcId="{F98F9DFE-55DC-4F2D-938F-26E5D3F2A48F}" destId="{A68882CB-A7CF-4679-B0F5-784B945CB9A3}" srcOrd="0" destOrd="0" presId="urn:microsoft.com/office/officeart/2018/2/layout/IconVerticalSolidList"/>
    <dgm:cxn modelId="{523BC685-96D3-4A11-B559-60C4435B1235}" srcId="{A18F2B50-C451-48ED-A93B-8C0FC249120C}" destId="{50ADB2BB-15E2-4F2D-A24B-6A63C8CFCDBF}" srcOrd="3" destOrd="0" parTransId="{61772A00-7B75-43B0-94FB-3854C20AAB64}" sibTransId="{69A53FD8-E5ED-453E-9B9D-447F127AD52B}"/>
    <dgm:cxn modelId="{E53E6895-1C6A-4D17-8F19-8870D2E757B8}" srcId="{A18F2B50-C451-48ED-A93B-8C0FC249120C}" destId="{F7D5FF6B-87AC-46C6-A9A3-37599164724D}" srcOrd="2" destOrd="0" parTransId="{3ECA1283-5D67-4379-99CF-4846297D7850}" sibTransId="{D203C7D5-C570-4B14-8078-CA79063FF756}"/>
    <dgm:cxn modelId="{0DA18EA6-EDC1-4076-B6CD-4B6FABCC6549}" type="presOf" srcId="{F7D5FF6B-87AC-46C6-A9A3-37599164724D}" destId="{2CA84A1D-F431-4990-8F98-58B15033EF98}" srcOrd="0" destOrd="0" presId="urn:microsoft.com/office/officeart/2018/2/layout/IconVerticalSolidList"/>
    <dgm:cxn modelId="{96402AD0-E050-464C-B480-B88C2C88746E}" type="presOf" srcId="{B58D52A2-8C61-4337-B275-2923072E852B}" destId="{79EE7484-DF16-4BEE-BD0F-7D0DFBE34B33}" srcOrd="0" destOrd="0" presId="urn:microsoft.com/office/officeart/2018/2/layout/IconVerticalSolidList"/>
    <dgm:cxn modelId="{0FDC41D2-6868-4DFF-985B-AC9EA2112CAD}" type="presOf" srcId="{A18F2B50-C451-48ED-A93B-8C0FC249120C}" destId="{22ED3E1F-CC10-4650-9D7E-AAF81CAD2F2C}" srcOrd="0" destOrd="0" presId="urn:microsoft.com/office/officeart/2018/2/layout/IconVerticalSolidList"/>
    <dgm:cxn modelId="{4FCB48D8-F119-4690-9F66-873F495A245A}" type="presOf" srcId="{50ADB2BB-15E2-4F2D-A24B-6A63C8CFCDBF}" destId="{A6EB974D-EC9B-4B03-A673-A01EDDDB2565}" srcOrd="0" destOrd="0" presId="urn:microsoft.com/office/officeart/2018/2/layout/IconVerticalSolidList"/>
    <dgm:cxn modelId="{B82120E2-88C2-4515-8228-C23D367C8016}" srcId="{A18F2B50-C451-48ED-A93B-8C0FC249120C}" destId="{B58D52A2-8C61-4337-B275-2923072E852B}" srcOrd="4" destOrd="0" parTransId="{E050E538-4407-4853-9FC5-2850DDA51D86}" sibTransId="{B3353735-7137-485C-B3FC-83A9C9181209}"/>
    <dgm:cxn modelId="{FCC598F2-1258-45AF-90B2-0800CC7635B7}" srcId="{A18F2B50-C451-48ED-A93B-8C0FC249120C}" destId="{F98F9DFE-55DC-4F2D-938F-26E5D3F2A48F}" srcOrd="1" destOrd="0" parTransId="{A9E1D025-3B7D-4448-BCD9-B217F2DC23B6}" sibTransId="{975287C6-55E5-41BB-B982-647C74AA5417}"/>
    <dgm:cxn modelId="{AA883928-A9D5-4DFF-92A0-6FDCFB743722}" type="presParOf" srcId="{22ED3E1F-CC10-4650-9D7E-AAF81CAD2F2C}" destId="{E36FF857-B1C4-4EB4-BC15-DBC45A6AAB92}" srcOrd="0" destOrd="0" presId="urn:microsoft.com/office/officeart/2018/2/layout/IconVerticalSolidList"/>
    <dgm:cxn modelId="{531B3A64-E941-4FEA-88DF-F071AABE9A43}" type="presParOf" srcId="{E36FF857-B1C4-4EB4-BC15-DBC45A6AAB92}" destId="{E2C03034-796E-4282-8C1F-CDD712CEA152}" srcOrd="0" destOrd="0" presId="urn:microsoft.com/office/officeart/2018/2/layout/IconVerticalSolidList"/>
    <dgm:cxn modelId="{AB28F738-CD71-4945-8875-5997404E50AD}" type="presParOf" srcId="{E36FF857-B1C4-4EB4-BC15-DBC45A6AAB92}" destId="{E38B5140-BB99-46D8-92E0-178F4C651FFE}" srcOrd="1" destOrd="0" presId="urn:microsoft.com/office/officeart/2018/2/layout/IconVerticalSolidList"/>
    <dgm:cxn modelId="{4C44A4D6-D89E-4D81-A247-08CED9D356EC}" type="presParOf" srcId="{E36FF857-B1C4-4EB4-BC15-DBC45A6AAB92}" destId="{53965679-41E3-47F6-A26A-2A200937ADE2}" srcOrd="2" destOrd="0" presId="urn:microsoft.com/office/officeart/2018/2/layout/IconVerticalSolidList"/>
    <dgm:cxn modelId="{EC8FCE5C-E01A-4036-8802-6B341AEEE1FC}" type="presParOf" srcId="{E36FF857-B1C4-4EB4-BC15-DBC45A6AAB92}" destId="{434EB7EC-4BC6-4965-926D-BD7492FEF854}" srcOrd="3" destOrd="0" presId="urn:microsoft.com/office/officeart/2018/2/layout/IconVerticalSolidList"/>
    <dgm:cxn modelId="{7458C19F-322F-48C6-895A-2DEB58A949BC}" type="presParOf" srcId="{22ED3E1F-CC10-4650-9D7E-AAF81CAD2F2C}" destId="{730F692D-8D4D-4DC6-B0A6-262ECD69E4C5}" srcOrd="1" destOrd="0" presId="urn:microsoft.com/office/officeart/2018/2/layout/IconVerticalSolidList"/>
    <dgm:cxn modelId="{350105AD-23F5-4EB3-A7C8-C0A7D0087441}" type="presParOf" srcId="{22ED3E1F-CC10-4650-9D7E-AAF81CAD2F2C}" destId="{3A99CF8E-6D76-4273-8015-D59FEE7EDF40}" srcOrd="2" destOrd="0" presId="urn:microsoft.com/office/officeart/2018/2/layout/IconVerticalSolidList"/>
    <dgm:cxn modelId="{942368F5-C04B-440A-8EF1-61664EE68CF6}" type="presParOf" srcId="{3A99CF8E-6D76-4273-8015-D59FEE7EDF40}" destId="{B72496F7-C98D-488B-8461-2EC3983450F0}" srcOrd="0" destOrd="0" presId="urn:microsoft.com/office/officeart/2018/2/layout/IconVerticalSolidList"/>
    <dgm:cxn modelId="{2D2DB6E4-2B3C-4E35-AEDC-DE6ED1FA0FC5}" type="presParOf" srcId="{3A99CF8E-6D76-4273-8015-D59FEE7EDF40}" destId="{AA61D908-5BD2-4236-B60E-64F05A621BF3}" srcOrd="1" destOrd="0" presId="urn:microsoft.com/office/officeart/2018/2/layout/IconVerticalSolidList"/>
    <dgm:cxn modelId="{3513008A-9167-4917-854D-3904B1103433}" type="presParOf" srcId="{3A99CF8E-6D76-4273-8015-D59FEE7EDF40}" destId="{ACC049ED-55A2-403F-B4F6-66DFF11F9C12}" srcOrd="2" destOrd="0" presId="urn:microsoft.com/office/officeart/2018/2/layout/IconVerticalSolidList"/>
    <dgm:cxn modelId="{F7F4071C-3455-46E3-8786-F1403C390E0E}" type="presParOf" srcId="{3A99CF8E-6D76-4273-8015-D59FEE7EDF40}" destId="{A68882CB-A7CF-4679-B0F5-784B945CB9A3}" srcOrd="3" destOrd="0" presId="urn:microsoft.com/office/officeart/2018/2/layout/IconVerticalSolidList"/>
    <dgm:cxn modelId="{F7A74415-259B-416A-928B-BC982AF2237F}" type="presParOf" srcId="{22ED3E1F-CC10-4650-9D7E-AAF81CAD2F2C}" destId="{BCBB055D-B1E1-44BF-B2E2-E1B6CF48AA7C}" srcOrd="3" destOrd="0" presId="urn:microsoft.com/office/officeart/2018/2/layout/IconVerticalSolidList"/>
    <dgm:cxn modelId="{7155F9BF-3F8F-47A6-B8AB-8FB99885F715}" type="presParOf" srcId="{22ED3E1F-CC10-4650-9D7E-AAF81CAD2F2C}" destId="{7A89840E-12EF-4488-8800-D8883F3ABC3F}" srcOrd="4" destOrd="0" presId="urn:microsoft.com/office/officeart/2018/2/layout/IconVerticalSolidList"/>
    <dgm:cxn modelId="{EC84DF1A-B7B0-4519-87C3-B5D988836D83}" type="presParOf" srcId="{7A89840E-12EF-4488-8800-D8883F3ABC3F}" destId="{3DDB410D-2465-4B6F-83E7-485C5E7DF255}" srcOrd="0" destOrd="0" presId="urn:microsoft.com/office/officeart/2018/2/layout/IconVerticalSolidList"/>
    <dgm:cxn modelId="{9620666C-AD75-4F86-ADFA-0D826208CA4C}" type="presParOf" srcId="{7A89840E-12EF-4488-8800-D8883F3ABC3F}" destId="{7899E5F7-AFDB-402C-A43F-360430E0AC91}" srcOrd="1" destOrd="0" presId="urn:microsoft.com/office/officeart/2018/2/layout/IconVerticalSolidList"/>
    <dgm:cxn modelId="{581A0F37-FA81-4A40-B55A-CE66A41858A8}" type="presParOf" srcId="{7A89840E-12EF-4488-8800-D8883F3ABC3F}" destId="{D18E8495-621E-4860-9F0A-80AFE40B4AE9}" srcOrd="2" destOrd="0" presId="urn:microsoft.com/office/officeart/2018/2/layout/IconVerticalSolidList"/>
    <dgm:cxn modelId="{1E04BB76-759F-42CE-87E3-9245C88D11EE}" type="presParOf" srcId="{7A89840E-12EF-4488-8800-D8883F3ABC3F}" destId="{2CA84A1D-F431-4990-8F98-58B15033EF98}" srcOrd="3" destOrd="0" presId="urn:microsoft.com/office/officeart/2018/2/layout/IconVerticalSolidList"/>
    <dgm:cxn modelId="{238A1D27-B796-47F8-8008-067C942E695F}" type="presParOf" srcId="{22ED3E1F-CC10-4650-9D7E-AAF81CAD2F2C}" destId="{D753A9E0-E74D-478D-9628-D3DC89EF7322}" srcOrd="5" destOrd="0" presId="urn:microsoft.com/office/officeart/2018/2/layout/IconVerticalSolidList"/>
    <dgm:cxn modelId="{CCF8141E-8A15-4CBE-A3E3-2979EC72DD50}" type="presParOf" srcId="{22ED3E1F-CC10-4650-9D7E-AAF81CAD2F2C}" destId="{589B97E6-CED9-4162-BE4D-1E9D1442DE78}" srcOrd="6" destOrd="0" presId="urn:microsoft.com/office/officeart/2018/2/layout/IconVerticalSolidList"/>
    <dgm:cxn modelId="{F68C6259-3F2B-4937-B124-63533F832608}" type="presParOf" srcId="{589B97E6-CED9-4162-BE4D-1E9D1442DE78}" destId="{069F6DB1-9786-43C2-B93F-C953583B6131}" srcOrd="0" destOrd="0" presId="urn:microsoft.com/office/officeart/2018/2/layout/IconVerticalSolidList"/>
    <dgm:cxn modelId="{90318704-641E-44A0-A2D7-702670B65977}" type="presParOf" srcId="{589B97E6-CED9-4162-BE4D-1E9D1442DE78}" destId="{051425B4-C435-4DAD-98C2-85F8A4807B06}" srcOrd="1" destOrd="0" presId="urn:microsoft.com/office/officeart/2018/2/layout/IconVerticalSolidList"/>
    <dgm:cxn modelId="{7B5D9FE1-1F7B-4D3E-A134-AC3CB5507357}" type="presParOf" srcId="{589B97E6-CED9-4162-BE4D-1E9D1442DE78}" destId="{728883E5-23AF-4926-B81C-E62BD5E5CBFA}" srcOrd="2" destOrd="0" presId="urn:microsoft.com/office/officeart/2018/2/layout/IconVerticalSolidList"/>
    <dgm:cxn modelId="{87E816B3-82C5-44BA-B891-C91E6DFF444A}" type="presParOf" srcId="{589B97E6-CED9-4162-BE4D-1E9D1442DE78}" destId="{A6EB974D-EC9B-4B03-A673-A01EDDDB2565}" srcOrd="3" destOrd="0" presId="urn:microsoft.com/office/officeart/2018/2/layout/IconVerticalSolidList"/>
    <dgm:cxn modelId="{31DAA599-9EA5-489D-AC44-07F1AA53A9D5}" type="presParOf" srcId="{22ED3E1F-CC10-4650-9D7E-AAF81CAD2F2C}" destId="{46150F9A-F309-4538-8E80-4B48433FD73F}" srcOrd="7" destOrd="0" presId="urn:microsoft.com/office/officeart/2018/2/layout/IconVerticalSolidList"/>
    <dgm:cxn modelId="{3188D5D0-C027-49B6-B797-55693299A69A}" type="presParOf" srcId="{22ED3E1F-CC10-4650-9D7E-AAF81CAD2F2C}" destId="{8064E799-01B3-48FC-A51E-C3213F23B91C}" srcOrd="8" destOrd="0" presId="urn:microsoft.com/office/officeart/2018/2/layout/IconVerticalSolidList"/>
    <dgm:cxn modelId="{37B87D8D-A64D-425C-96E4-8B54B53399DE}" type="presParOf" srcId="{8064E799-01B3-48FC-A51E-C3213F23B91C}" destId="{44328E75-86C3-4FCF-9894-752BAB121D30}" srcOrd="0" destOrd="0" presId="urn:microsoft.com/office/officeart/2018/2/layout/IconVerticalSolidList"/>
    <dgm:cxn modelId="{E24D257A-D20D-4508-9314-35E69E08FA16}" type="presParOf" srcId="{8064E799-01B3-48FC-A51E-C3213F23B91C}" destId="{9D43B4B2-0EDC-485A-8673-A95EF8E91646}" srcOrd="1" destOrd="0" presId="urn:microsoft.com/office/officeart/2018/2/layout/IconVerticalSolidList"/>
    <dgm:cxn modelId="{77B1A477-2141-47F5-BA64-15F552930782}" type="presParOf" srcId="{8064E799-01B3-48FC-A51E-C3213F23B91C}" destId="{D983A234-3808-41B5-99BD-5363E79F922D}" srcOrd="2" destOrd="0" presId="urn:microsoft.com/office/officeart/2018/2/layout/IconVerticalSolidList"/>
    <dgm:cxn modelId="{9FE8FCA5-11E6-4AF7-B849-CC4AB39329FD}" type="presParOf" srcId="{8064E799-01B3-48FC-A51E-C3213F23B91C}" destId="{79EE7484-DF16-4BEE-BD0F-7D0DFBE34B3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B3EDD81-9E89-4523-AD0D-EA18D95318E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38FF2A-BD5F-4B52-AABA-B42949C312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Financial markets fluctuate unpredictably after global events.</a:t>
          </a:r>
        </a:p>
      </dgm:t>
    </dgm:pt>
    <dgm:pt modelId="{B561F10A-657D-4C03-A14A-DE289ACDFDC7}" type="parTrans" cxnId="{798DB709-046A-4311-8959-D4400B345D4A}">
      <dgm:prSet/>
      <dgm:spPr/>
      <dgm:t>
        <a:bodyPr/>
        <a:lstStyle/>
        <a:p>
          <a:endParaRPr lang="en-US"/>
        </a:p>
      </dgm:t>
    </dgm:pt>
    <dgm:pt modelId="{DDD343AC-E12C-4122-B3F2-A6AB229C2128}" type="sibTrans" cxnId="{798DB709-046A-4311-8959-D4400B345D4A}">
      <dgm:prSet/>
      <dgm:spPr/>
      <dgm:t>
        <a:bodyPr/>
        <a:lstStyle/>
        <a:p>
          <a:endParaRPr lang="en-US"/>
        </a:p>
      </dgm:t>
    </dgm:pt>
    <dgm:pt modelId="{45094826-B2C7-47C2-A1B1-EC1CBFBF8A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There is no AI-based system that combines event sentiment and price forecasting, especially for gold.</a:t>
          </a:r>
        </a:p>
      </dgm:t>
    </dgm:pt>
    <dgm:pt modelId="{51D83EE9-C34E-4249-B967-83E54D8328C4}" type="parTrans" cxnId="{3A6A213E-9BAB-4B82-B98E-69623D976E2D}">
      <dgm:prSet/>
      <dgm:spPr/>
      <dgm:t>
        <a:bodyPr/>
        <a:lstStyle/>
        <a:p>
          <a:endParaRPr lang="en-US"/>
        </a:p>
      </dgm:t>
    </dgm:pt>
    <dgm:pt modelId="{1ADC199C-0785-4340-94CC-62B832601DAE}" type="sibTrans" cxnId="{3A6A213E-9BAB-4B82-B98E-69623D976E2D}">
      <dgm:prSet/>
      <dgm:spPr/>
      <dgm:t>
        <a:bodyPr/>
        <a:lstStyle/>
        <a:p>
          <a:endParaRPr lang="en-US"/>
        </a:p>
      </dgm:t>
    </dgm:pt>
    <dgm:pt modelId="{F31ECC4A-9867-46F7-A23F-5DAA1D9F53B1}" type="pres">
      <dgm:prSet presAssocID="{AB3EDD81-9E89-4523-AD0D-EA18D95318E6}" presName="root" presStyleCnt="0">
        <dgm:presLayoutVars>
          <dgm:dir/>
          <dgm:resizeHandles val="exact"/>
        </dgm:presLayoutVars>
      </dgm:prSet>
      <dgm:spPr/>
    </dgm:pt>
    <dgm:pt modelId="{4FCCFF87-6267-47E9-BD15-42BBEE036676}" type="pres">
      <dgm:prSet presAssocID="{8438FF2A-BD5F-4B52-AABA-B42949C31210}" presName="compNode" presStyleCnt="0"/>
      <dgm:spPr/>
    </dgm:pt>
    <dgm:pt modelId="{38B24F42-201E-47F4-B72E-98AD1FBEEA87}" type="pres">
      <dgm:prSet presAssocID="{8438FF2A-BD5F-4B52-AABA-B42949C31210}" presName="bgRect" presStyleLbl="bgShp" presStyleIdx="0" presStyleCnt="2"/>
      <dgm:spPr/>
    </dgm:pt>
    <dgm:pt modelId="{B0C6CB2E-01EA-48A1-895D-FC7302C94B40}" type="pres">
      <dgm:prSet presAssocID="{8438FF2A-BD5F-4B52-AABA-B42949C31210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uro"/>
        </a:ext>
      </dgm:extLst>
    </dgm:pt>
    <dgm:pt modelId="{C42C222D-BC48-40FB-9C8E-C937CDB03D52}" type="pres">
      <dgm:prSet presAssocID="{8438FF2A-BD5F-4B52-AABA-B42949C31210}" presName="spaceRect" presStyleCnt="0"/>
      <dgm:spPr/>
    </dgm:pt>
    <dgm:pt modelId="{43A140A2-389C-4B15-A6C0-73FF0FBFE522}" type="pres">
      <dgm:prSet presAssocID="{8438FF2A-BD5F-4B52-AABA-B42949C31210}" presName="parTx" presStyleLbl="revTx" presStyleIdx="0" presStyleCnt="2">
        <dgm:presLayoutVars>
          <dgm:chMax val="0"/>
          <dgm:chPref val="0"/>
        </dgm:presLayoutVars>
      </dgm:prSet>
      <dgm:spPr/>
    </dgm:pt>
    <dgm:pt modelId="{7F9FD047-A639-450A-96F4-559DBA0A71F8}" type="pres">
      <dgm:prSet presAssocID="{DDD343AC-E12C-4122-B3F2-A6AB229C2128}" presName="sibTrans" presStyleCnt="0"/>
      <dgm:spPr/>
    </dgm:pt>
    <dgm:pt modelId="{B58107A2-4B16-463D-9375-DAC8D9B983E2}" type="pres">
      <dgm:prSet presAssocID="{45094826-B2C7-47C2-A1B1-EC1CBFBF8AFF}" presName="compNode" presStyleCnt="0"/>
      <dgm:spPr/>
    </dgm:pt>
    <dgm:pt modelId="{3C001807-30D4-4E71-9947-E5BE901E495B}" type="pres">
      <dgm:prSet presAssocID="{45094826-B2C7-47C2-A1B1-EC1CBFBF8AFF}" presName="bgRect" presStyleLbl="bgShp" presStyleIdx="1" presStyleCnt="2"/>
      <dgm:spPr/>
    </dgm:pt>
    <dgm:pt modelId="{3AA267F1-4CC9-4B09-A078-03EE85F67CE8}" type="pres">
      <dgm:prSet presAssocID="{45094826-B2C7-47C2-A1B1-EC1CBFBF8AFF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old bars"/>
        </a:ext>
      </dgm:extLst>
    </dgm:pt>
    <dgm:pt modelId="{B6C41426-F8E2-45F8-9E2B-B0206FF26AFD}" type="pres">
      <dgm:prSet presAssocID="{45094826-B2C7-47C2-A1B1-EC1CBFBF8AFF}" presName="spaceRect" presStyleCnt="0"/>
      <dgm:spPr/>
    </dgm:pt>
    <dgm:pt modelId="{BB12DB97-0491-4B37-99DE-04C39BAABE47}" type="pres">
      <dgm:prSet presAssocID="{45094826-B2C7-47C2-A1B1-EC1CBFBF8AFF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798DB709-046A-4311-8959-D4400B345D4A}" srcId="{AB3EDD81-9E89-4523-AD0D-EA18D95318E6}" destId="{8438FF2A-BD5F-4B52-AABA-B42949C31210}" srcOrd="0" destOrd="0" parTransId="{B561F10A-657D-4C03-A14A-DE289ACDFDC7}" sibTransId="{DDD343AC-E12C-4122-B3F2-A6AB229C2128}"/>
    <dgm:cxn modelId="{EC1B1026-7795-417B-9A9B-B2F9BC1B3A82}" type="presOf" srcId="{AB3EDD81-9E89-4523-AD0D-EA18D95318E6}" destId="{F31ECC4A-9867-46F7-A23F-5DAA1D9F53B1}" srcOrd="0" destOrd="0" presId="urn:microsoft.com/office/officeart/2018/2/layout/IconVerticalSolidList"/>
    <dgm:cxn modelId="{3A6A213E-9BAB-4B82-B98E-69623D976E2D}" srcId="{AB3EDD81-9E89-4523-AD0D-EA18D95318E6}" destId="{45094826-B2C7-47C2-A1B1-EC1CBFBF8AFF}" srcOrd="1" destOrd="0" parTransId="{51D83EE9-C34E-4249-B967-83E54D8328C4}" sibTransId="{1ADC199C-0785-4340-94CC-62B832601DAE}"/>
    <dgm:cxn modelId="{78AC85B4-8021-49FB-8E4A-235BB6548887}" type="presOf" srcId="{8438FF2A-BD5F-4B52-AABA-B42949C31210}" destId="{43A140A2-389C-4B15-A6C0-73FF0FBFE522}" srcOrd="0" destOrd="0" presId="urn:microsoft.com/office/officeart/2018/2/layout/IconVerticalSolidList"/>
    <dgm:cxn modelId="{E7FB34C9-4C9D-40D2-84FB-0F4D9A52A5A8}" type="presOf" srcId="{45094826-B2C7-47C2-A1B1-EC1CBFBF8AFF}" destId="{BB12DB97-0491-4B37-99DE-04C39BAABE47}" srcOrd="0" destOrd="0" presId="urn:microsoft.com/office/officeart/2018/2/layout/IconVerticalSolidList"/>
    <dgm:cxn modelId="{2CAD82A9-B21A-4376-939A-5BA167DACC33}" type="presParOf" srcId="{F31ECC4A-9867-46F7-A23F-5DAA1D9F53B1}" destId="{4FCCFF87-6267-47E9-BD15-42BBEE036676}" srcOrd="0" destOrd="0" presId="urn:microsoft.com/office/officeart/2018/2/layout/IconVerticalSolidList"/>
    <dgm:cxn modelId="{CCA6D47D-9DA6-4C05-BFEC-FC7078810F78}" type="presParOf" srcId="{4FCCFF87-6267-47E9-BD15-42BBEE036676}" destId="{38B24F42-201E-47F4-B72E-98AD1FBEEA87}" srcOrd="0" destOrd="0" presId="urn:microsoft.com/office/officeart/2018/2/layout/IconVerticalSolidList"/>
    <dgm:cxn modelId="{95D179EF-32DD-457F-AA97-8BC78E628165}" type="presParOf" srcId="{4FCCFF87-6267-47E9-BD15-42BBEE036676}" destId="{B0C6CB2E-01EA-48A1-895D-FC7302C94B40}" srcOrd="1" destOrd="0" presId="urn:microsoft.com/office/officeart/2018/2/layout/IconVerticalSolidList"/>
    <dgm:cxn modelId="{CF73E4DD-6FCF-4EAC-8966-6C14650ABABE}" type="presParOf" srcId="{4FCCFF87-6267-47E9-BD15-42BBEE036676}" destId="{C42C222D-BC48-40FB-9C8E-C937CDB03D52}" srcOrd="2" destOrd="0" presId="urn:microsoft.com/office/officeart/2018/2/layout/IconVerticalSolidList"/>
    <dgm:cxn modelId="{3A2AEB42-344A-4DAF-AED4-0737A8631689}" type="presParOf" srcId="{4FCCFF87-6267-47E9-BD15-42BBEE036676}" destId="{43A140A2-389C-4B15-A6C0-73FF0FBFE522}" srcOrd="3" destOrd="0" presId="urn:microsoft.com/office/officeart/2018/2/layout/IconVerticalSolidList"/>
    <dgm:cxn modelId="{D8A6A859-C93A-49F2-919F-9E38E171235D}" type="presParOf" srcId="{F31ECC4A-9867-46F7-A23F-5DAA1D9F53B1}" destId="{7F9FD047-A639-450A-96F4-559DBA0A71F8}" srcOrd="1" destOrd="0" presId="urn:microsoft.com/office/officeart/2018/2/layout/IconVerticalSolidList"/>
    <dgm:cxn modelId="{F31F3481-73D3-40E4-865C-66C7DC575E40}" type="presParOf" srcId="{F31ECC4A-9867-46F7-A23F-5DAA1D9F53B1}" destId="{B58107A2-4B16-463D-9375-DAC8D9B983E2}" srcOrd="2" destOrd="0" presId="urn:microsoft.com/office/officeart/2018/2/layout/IconVerticalSolidList"/>
    <dgm:cxn modelId="{1760651B-CAD0-46C5-B5AA-4BB05D94C70E}" type="presParOf" srcId="{B58107A2-4B16-463D-9375-DAC8D9B983E2}" destId="{3C001807-30D4-4E71-9947-E5BE901E495B}" srcOrd="0" destOrd="0" presId="urn:microsoft.com/office/officeart/2018/2/layout/IconVerticalSolidList"/>
    <dgm:cxn modelId="{372E1452-B1CE-4704-9173-C9BE6485A743}" type="presParOf" srcId="{B58107A2-4B16-463D-9375-DAC8D9B983E2}" destId="{3AA267F1-4CC9-4B09-A078-03EE85F67CE8}" srcOrd="1" destOrd="0" presId="urn:microsoft.com/office/officeart/2018/2/layout/IconVerticalSolidList"/>
    <dgm:cxn modelId="{A27C9171-57F8-419F-90D7-CEE31EF9BF74}" type="presParOf" srcId="{B58107A2-4B16-463D-9375-DAC8D9B983E2}" destId="{B6C41426-F8E2-45F8-9E2B-B0206FF26AFD}" srcOrd="2" destOrd="0" presId="urn:microsoft.com/office/officeart/2018/2/layout/IconVerticalSolidList"/>
    <dgm:cxn modelId="{EF1B57B8-59C7-4E0D-A734-3D7A46E0E68E}" type="presParOf" srcId="{B58107A2-4B16-463D-9375-DAC8D9B983E2}" destId="{BB12DB97-0491-4B37-99DE-04C39BAABE4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8A910B7-92AE-431E-BFBC-99DA9F836FE7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86F1BD3-660A-4528-BDAE-4AA104B14E83}">
      <dgm:prSet/>
      <dgm:spPr/>
      <dgm:t>
        <a:bodyPr/>
        <a:lstStyle/>
        <a:p>
          <a:r>
            <a:rPr lang="en-US" b="0" i="0" baseline="0"/>
            <a:t>Manual news tracking → slow, error-prone</a:t>
          </a:r>
          <a:endParaRPr lang="en-US"/>
        </a:p>
      </dgm:t>
    </dgm:pt>
    <dgm:pt modelId="{BF90BFCF-A65D-41A5-8AE3-2A4C0C09CCE4}" type="parTrans" cxnId="{C10B059E-C1EC-405A-AA18-9A9065979D3D}">
      <dgm:prSet/>
      <dgm:spPr/>
      <dgm:t>
        <a:bodyPr/>
        <a:lstStyle/>
        <a:p>
          <a:endParaRPr lang="en-US"/>
        </a:p>
      </dgm:t>
    </dgm:pt>
    <dgm:pt modelId="{14011E55-86B8-4A70-BEB7-D042EBDD567D}" type="sibTrans" cxnId="{C10B059E-C1EC-405A-AA18-9A9065979D3D}">
      <dgm:prSet/>
      <dgm:spPr/>
      <dgm:t>
        <a:bodyPr/>
        <a:lstStyle/>
        <a:p>
          <a:endParaRPr lang="en-US"/>
        </a:p>
      </dgm:t>
    </dgm:pt>
    <dgm:pt modelId="{72BC69DC-05D1-429F-9760-07BCDAE1D050}">
      <dgm:prSet/>
      <dgm:spPr/>
      <dgm:t>
        <a:bodyPr/>
        <a:lstStyle/>
        <a:p>
          <a:r>
            <a:rPr lang="en-US" b="0" i="0" baseline="0"/>
            <a:t>No real-time mapping of sentiment to gold prices</a:t>
          </a:r>
          <a:endParaRPr lang="en-US"/>
        </a:p>
      </dgm:t>
    </dgm:pt>
    <dgm:pt modelId="{277029B9-7A68-4A08-9352-4EAB680081CB}" type="parTrans" cxnId="{7632DC24-B041-42BA-B1F0-6954A1C19E81}">
      <dgm:prSet/>
      <dgm:spPr/>
      <dgm:t>
        <a:bodyPr/>
        <a:lstStyle/>
        <a:p>
          <a:endParaRPr lang="en-US"/>
        </a:p>
      </dgm:t>
    </dgm:pt>
    <dgm:pt modelId="{32C559AD-83F6-49E0-AB17-105626C312EC}" type="sibTrans" cxnId="{7632DC24-B041-42BA-B1F0-6954A1C19E81}">
      <dgm:prSet/>
      <dgm:spPr/>
      <dgm:t>
        <a:bodyPr/>
        <a:lstStyle/>
        <a:p>
          <a:endParaRPr lang="en-US"/>
        </a:p>
      </dgm:t>
    </dgm:pt>
    <dgm:pt modelId="{B0CE7A59-04A7-41DF-A2EB-F52B05C74EB0}">
      <dgm:prSet/>
      <dgm:spPr/>
      <dgm:t>
        <a:bodyPr/>
        <a:lstStyle/>
        <a:p>
          <a:r>
            <a:rPr lang="en-US" b="0" i="0" baseline="0"/>
            <a:t>Lexicon methods fail with finance jargon</a:t>
          </a:r>
          <a:endParaRPr lang="en-US"/>
        </a:p>
      </dgm:t>
    </dgm:pt>
    <dgm:pt modelId="{6EB32675-92A8-4BF1-BDD9-1B5959675EBB}" type="parTrans" cxnId="{1DA8F01A-D091-446B-A10B-8316EDAB3D8A}">
      <dgm:prSet/>
      <dgm:spPr/>
      <dgm:t>
        <a:bodyPr/>
        <a:lstStyle/>
        <a:p>
          <a:endParaRPr lang="en-US"/>
        </a:p>
      </dgm:t>
    </dgm:pt>
    <dgm:pt modelId="{63CCB842-D549-4FA2-AC04-88C6FD025CDF}" type="sibTrans" cxnId="{1DA8F01A-D091-446B-A10B-8316EDAB3D8A}">
      <dgm:prSet/>
      <dgm:spPr/>
      <dgm:t>
        <a:bodyPr/>
        <a:lstStyle/>
        <a:p>
          <a:endParaRPr lang="en-US"/>
        </a:p>
      </dgm:t>
    </dgm:pt>
    <dgm:pt modelId="{CD9005CE-579C-4FE1-B536-C66F71ED297C}">
      <dgm:prSet/>
      <dgm:spPr/>
      <dgm:t>
        <a:bodyPr/>
        <a:lstStyle/>
        <a:p>
          <a:r>
            <a:rPr lang="en-US" b="0" i="0" baseline="0"/>
            <a:t>ML models need large labeled datasets</a:t>
          </a:r>
          <a:endParaRPr lang="en-US"/>
        </a:p>
      </dgm:t>
    </dgm:pt>
    <dgm:pt modelId="{A73E4884-FCBB-44E6-8ABC-24A45B54B2F6}" type="parTrans" cxnId="{60B350E9-87C6-405A-8803-678F40B856B9}">
      <dgm:prSet/>
      <dgm:spPr/>
      <dgm:t>
        <a:bodyPr/>
        <a:lstStyle/>
        <a:p>
          <a:endParaRPr lang="en-US"/>
        </a:p>
      </dgm:t>
    </dgm:pt>
    <dgm:pt modelId="{D6C584D9-8DD6-4E2E-9D6D-CF659930663F}" type="sibTrans" cxnId="{60B350E9-87C6-405A-8803-678F40B856B9}">
      <dgm:prSet/>
      <dgm:spPr/>
      <dgm:t>
        <a:bodyPr/>
        <a:lstStyle/>
        <a:p>
          <a:endParaRPr lang="en-US"/>
        </a:p>
      </dgm:t>
    </dgm:pt>
    <dgm:pt modelId="{0685B826-BFCD-418E-9CF9-2CE3B592DB85}">
      <dgm:prSet/>
      <dgm:spPr/>
      <dgm:t>
        <a:bodyPr/>
        <a:lstStyle/>
        <a:p>
          <a:r>
            <a:rPr lang="en-US" b="0" i="0" baseline="0"/>
            <a:t>Commodity sentiment analysis is under-explored</a:t>
          </a:r>
          <a:endParaRPr lang="en-US"/>
        </a:p>
      </dgm:t>
    </dgm:pt>
    <dgm:pt modelId="{BF140E04-AEE8-4C60-A1A3-F8D0851F0A4C}" type="parTrans" cxnId="{23E99ACA-7EDD-460F-8A6F-8591FE2BE6EE}">
      <dgm:prSet/>
      <dgm:spPr/>
      <dgm:t>
        <a:bodyPr/>
        <a:lstStyle/>
        <a:p>
          <a:endParaRPr lang="en-US"/>
        </a:p>
      </dgm:t>
    </dgm:pt>
    <dgm:pt modelId="{056F7CFD-203A-44F3-87D9-60DFF0CED510}" type="sibTrans" cxnId="{23E99ACA-7EDD-460F-8A6F-8591FE2BE6EE}">
      <dgm:prSet/>
      <dgm:spPr/>
      <dgm:t>
        <a:bodyPr/>
        <a:lstStyle/>
        <a:p>
          <a:endParaRPr lang="en-US"/>
        </a:p>
      </dgm:t>
    </dgm:pt>
    <dgm:pt modelId="{39239E89-A3F7-4530-889B-F49342295424}" type="pres">
      <dgm:prSet presAssocID="{B8A910B7-92AE-431E-BFBC-99DA9F836FE7}" presName="vert0" presStyleCnt="0">
        <dgm:presLayoutVars>
          <dgm:dir/>
          <dgm:animOne val="branch"/>
          <dgm:animLvl val="lvl"/>
        </dgm:presLayoutVars>
      </dgm:prSet>
      <dgm:spPr/>
    </dgm:pt>
    <dgm:pt modelId="{7000F869-42C5-430D-8142-293A23645D1D}" type="pres">
      <dgm:prSet presAssocID="{486F1BD3-660A-4528-BDAE-4AA104B14E83}" presName="thickLine" presStyleLbl="alignNode1" presStyleIdx="0" presStyleCnt="5"/>
      <dgm:spPr/>
    </dgm:pt>
    <dgm:pt modelId="{BA6D22FD-1B1F-4996-9CE4-F389D9FB8CC9}" type="pres">
      <dgm:prSet presAssocID="{486F1BD3-660A-4528-BDAE-4AA104B14E83}" presName="horz1" presStyleCnt="0"/>
      <dgm:spPr/>
    </dgm:pt>
    <dgm:pt modelId="{95535E73-28C4-4AC0-A6AD-EEC1AE6D9983}" type="pres">
      <dgm:prSet presAssocID="{486F1BD3-660A-4528-BDAE-4AA104B14E83}" presName="tx1" presStyleLbl="revTx" presStyleIdx="0" presStyleCnt="5"/>
      <dgm:spPr/>
    </dgm:pt>
    <dgm:pt modelId="{115EB492-7EC7-4193-9E25-4791570E00C4}" type="pres">
      <dgm:prSet presAssocID="{486F1BD3-660A-4528-BDAE-4AA104B14E83}" presName="vert1" presStyleCnt="0"/>
      <dgm:spPr/>
    </dgm:pt>
    <dgm:pt modelId="{DE8D20CF-2D3A-423D-9422-09C9208B14A4}" type="pres">
      <dgm:prSet presAssocID="{72BC69DC-05D1-429F-9760-07BCDAE1D050}" presName="thickLine" presStyleLbl="alignNode1" presStyleIdx="1" presStyleCnt="5"/>
      <dgm:spPr/>
    </dgm:pt>
    <dgm:pt modelId="{A13A49A7-83E0-4558-B312-9288565F9355}" type="pres">
      <dgm:prSet presAssocID="{72BC69DC-05D1-429F-9760-07BCDAE1D050}" presName="horz1" presStyleCnt="0"/>
      <dgm:spPr/>
    </dgm:pt>
    <dgm:pt modelId="{07C4E63E-4A37-4060-9E30-EBFAC21345EB}" type="pres">
      <dgm:prSet presAssocID="{72BC69DC-05D1-429F-9760-07BCDAE1D050}" presName="tx1" presStyleLbl="revTx" presStyleIdx="1" presStyleCnt="5"/>
      <dgm:spPr/>
    </dgm:pt>
    <dgm:pt modelId="{EF373806-53A4-4AC2-AF3A-C2D1C6E39F46}" type="pres">
      <dgm:prSet presAssocID="{72BC69DC-05D1-429F-9760-07BCDAE1D050}" presName="vert1" presStyleCnt="0"/>
      <dgm:spPr/>
    </dgm:pt>
    <dgm:pt modelId="{D05FAFB7-C079-4ADC-B660-814E7D0516C2}" type="pres">
      <dgm:prSet presAssocID="{B0CE7A59-04A7-41DF-A2EB-F52B05C74EB0}" presName="thickLine" presStyleLbl="alignNode1" presStyleIdx="2" presStyleCnt="5"/>
      <dgm:spPr/>
    </dgm:pt>
    <dgm:pt modelId="{1A10EBEA-EC77-4357-A0B0-2025967FF23A}" type="pres">
      <dgm:prSet presAssocID="{B0CE7A59-04A7-41DF-A2EB-F52B05C74EB0}" presName="horz1" presStyleCnt="0"/>
      <dgm:spPr/>
    </dgm:pt>
    <dgm:pt modelId="{38FE3481-AC91-48AA-BD8A-8D2311DBB64C}" type="pres">
      <dgm:prSet presAssocID="{B0CE7A59-04A7-41DF-A2EB-F52B05C74EB0}" presName="tx1" presStyleLbl="revTx" presStyleIdx="2" presStyleCnt="5"/>
      <dgm:spPr/>
    </dgm:pt>
    <dgm:pt modelId="{4EFBFED8-124D-46D6-BC63-A837E764B37F}" type="pres">
      <dgm:prSet presAssocID="{B0CE7A59-04A7-41DF-A2EB-F52B05C74EB0}" presName="vert1" presStyleCnt="0"/>
      <dgm:spPr/>
    </dgm:pt>
    <dgm:pt modelId="{B5984432-9315-4A3E-8A0D-1DCA0C3579E3}" type="pres">
      <dgm:prSet presAssocID="{CD9005CE-579C-4FE1-B536-C66F71ED297C}" presName="thickLine" presStyleLbl="alignNode1" presStyleIdx="3" presStyleCnt="5"/>
      <dgm:spPr/>
    </dgm:pt>
    <dgm:pt modelId="{AE61E118-4CC1-45A7-A1CD-EAF5040991C9}" type="pres">
      <dgm:prSet presAssocID="{CD9005CE-579C-4FE1-B536-C66F71ED297C}" presName="horz1" presStyleCnt="0"/>
      <dgm:spPr/>
    </dgm:pt>
    <dgm:pt modelId="{19611A78-86E7-489D-8430-4E90135E5517}" type="pres">
      <dgm:prSet presAssocID="{CD9005CE-579C-4FE1-B536-C66F71ED297C}" presName="tx1" presStyleLbl="revTx" presStyleIdx="3" presStyleCnt="5"/>
      <dgm:spPr/>
    </dgm:pt>
    <dgm:pt modelId="{663E9B21-6E0B-4562-8052-93D691D38DEC}" type="pres">
      <dgm:prSet presAssocID="{CD9005CE-579C-4FE1-B536-C66F71ED297C}" presName="vert1" presStyleCnt="0"/>
      <dgm:spPr/>
    </dgm:pt>
    <dgm:pt modelId="{B10F9914-C0DA-46B4-B8A9-3C4901384773}" type="pres">
      <dgm:prSet presAssocID="{0685B826-BFCD-418E-9CF9-2CE3B592DB85}" presName="thickLine" presStyleLbl="alignNode1" presStyleIdx="4" presStyleCnt="5"/>
      <dgm:spPr/>
    </dgm:pt>
    <dgm:pt modelId="{853ECBE7-DBB8-4A60-8EF8-F0A9CB377EA4}" type="pres">
      <dgm:prSet presAssocID="{0685B826-BFCD-418E-9CF9-2CE3B592DB85}" presName="horz1" presStyleCnt="0"/>
      <dgm:spPr/>
    </dgm:pt>
    <dgm:pt modelId="{7405C6FD-6583-4150-9EDF-39DD77C8FD1B}" type="pres">
      <dgm:prSet presAssocID="{0685B826-BFCD-418E-9CF9-2CE3B592DB85}" presName="tx1" presStyleLbl="revTx" presStyleIdx="4" presStyleCnt="5"/>
      <dgm:spPr/>
    </dgm:pt>
    <dgm:pt modelId="{41938A3F-06BA-49D1-AC0F-FE91EEC10DED}" type="pres">
      <dgm:prSet presAssocID="{0685B826-BFCD-418E-9CF9-2CE3B592DB85}" presName="vert1" presStyleCnt="0"/>
      <dgm:spPr/>
    </dgm:pt>
  </dgm:ptLst>
  <dgm:cxnLst>
    <dgm:cxn modelId="{1DA8F01A-D091-446B-A10B-8316EDAB3D8A}" srcId="{B8A910B7-92AE-431E-BFBC-99DA9F836FE7}" destId="{B0CE7A59-04A7-41DF-A2EB-F52B05C74EB0}" srcOrd="2" destOrd="0" parTransId="{6EB32675-92A8-4BF1-BDD9-1B5959675EBB}" sibTransId="{63CCB842-D549-4FA2-AC04-88C6FD025CDF}"/>
    <dgm:cxn modelId="{7632DC24-B041-42BA-B1F0-6954A1C19E81}" srcId="{B8A910B7-92AE-431E-BFBC-99DA9F836FE7}" destId="{72BC69DC-05D1-429F-9760-07BCDAE1D050}" srcOrd="1" destOrd="0" parTransId="{277029B9-7A68-4A08-9352-4EAB680081CB}" sibTransId="{32C559AD-83F6-49E0-AB17-105626C312EC}"/>
    <dgm:cxn modelId="{D4F28530-3C0C-4112-A9C0-216C82B7DBAF}" type="presOf" srcId="{72BC69DC-05D1-429F-9760-07BCDAE1D050}" destId="{07C4E63E-4A37-4060-9E30-EBFAC21345EB}" srcOrd="0" destOrd="0" presId="urn:microsoft.com/office/officeart/2008/layout/LinedList"/>
    <dgm:cxn modelId="{1E76145B-B1EF-4CBA-9E65-A776B9E92DAD}" type="presOf" srcId="{486F1BD3-660A-4528-BDAE-4AA104B14E83}" destId="{95535E73-28C4-4AC0-A6AD-EEC1AE6D9983}" srcOrd="0" destOrd="0" presId="urn:microsoft.com/office/officeart/2008/layout/LinedList"/>
    <dgm:cxn modelId="{C10B059E-C1EC-405A-AA18-9A9065979D3D}" srcId="{B8A910B7-92AE-431E-BFBC-99DA9F836FE7}" destId="{486F1BD3-660A-4528-BDAE-4AA104B14E83}" srcOrd="0" destOrd="0" parTransId="{BF90BFCF-A65D-41A5-8AE3-2A4C0C09CCE4}" sibTransId="{14011E55-86B8-4A70-BEB7-D042EBDD567D}"/>
    <dgm:cxn modelId="{3F11BFAD-353A-4DC3-802B-0600D07C5F3F}" type="presOf" srcId="{CD9005CE-579C-4FE1-B536-C66F71ED297C}" destId="{19611A78-86E7-489D-8430-4E90135E5517}" srcOrd="0" destOrd="0" presId="urn:microsoft.com/office/officeart/2008/layout/LinedList"/>
    <dgm:cxn modelId="{6A1DBCBA-98A3-4839-9B5D-0C94A4663487}" type="presOf" srcId="{B8A910B7-92AE-431E-BFBC-99DA9F836FE7}" destId="{39239E89-A3F7-4530-889B-F49342295424}" srcOrd="0" destOrd="0" presId="urn:microsoft.com/office/officeart/2008/layout/LinedList"/>
    <dgm:cxn modelId="{47A25BBE-BF47-4F82-8DE7-3555C8884FCF}" type="presOf" srcId="{0685B826-BFCD-418E-9CF9-2CE3B592DB85}" destId="{7405C6FD-6583-4150-9EDF-39DD77C8FD1B}" srcOrd="0" destOrd="0" presId="urn:microsoft.com/office/officeart/2008/layout/LinedList"/>
    <dgm:cxn modelId="{23E99ACA-7EDD-460F-8A6F-8591FE2BE6EE}" srcId="{B8A910B7-92AE-431E-BFBC-99DA9F836FE7}" destId="{0685B826-BFCD-418E-9CF9-2CE3B592DB85}" srcOrd="4" destOrd="0" parTransId="{BF140E04-AEE8-4C60-A1A3-F8D0851F0A4C}" sibTransId="{056F7CFD-203A-44F3-87D9-60DFF0CED510}"/>
    <dgm:cxn modelId="{60B350E9-87C6-405A-8803-678F40B856B9}" srcId="{B8A910B7-92AE-431E-BFBC-99DA9F836FE7}" destId="{CD9005CE-579C-4FE1-B536-C66F71ED297C}" srcOrd="3" destOrd="0" parTransId="{A73E4884-FCBB-44E6-8ABC-24A45B54B2F6}" sibTransId="{D6C584D9-8DD6-4E2E-9D6D-CF659930663F}"/>
    <dgm:cxn modelId="{B755FAFE-6C44-44DE-97A1-1B075AF1F1C7}" type="presOf" srcId="{B0CE7A59-04A7-41DF-A2EB-F52B05C74EB0}" destId="{38FE3481-AC91-48AA-BD8A-8D2311DBB64C}" srcOrd="0" destOrd="0" presId="urn:microsoft.com/office/officeart/2008/layout/LinedList"/>
    <dgm:cxn modelId="{3322ED1E-EC0E-4480-BBB4-11A3262257C4}" type="presParOf" srcId="{39239E89-A3F7-4530-889B-F49342295424}" destId="{7000F869-42C5-430D-8142-293A23645D1D}" srcOrd="0" destOrd="0" presId="urn:microsoft.com/office/officeart/2008/layout/LinedList"/>
    <dgm:cxn modelId="{78BC9F1F-8481-41AC-B145-924B736ADAF6}" type="presParOf" srcId="{39239E89-A3F7-4530-889B-F49342295424}" destId="{BA6D22FD-1B1F-4996-9CE4-F389D9FB8CC9}" srcOrd="1" destOrd="0" presId="urn:microsoft.com/office/officeart/2008/layout/LinedList"/>
    <dgm:cxn modelId="{8A3C0522-E73C-41AB-A3E6-5632E8E7790D}" type="presParOf" srcId="{BA6D22FD-1B1F-4996-9CE4-F389D9FB8CC9}" destId="{95535E73-28C4-4AC0-A6AD-EEC1AE6D9983}" srcOrd="0" destOrd="0" presId="urn:microsoft.com/office/officeart/2008/layout/LinedList"/>
    <dgm:cxn modelId="{76D64A85-3B06-4907-9594-22BAD31EBDD6}" type="presParOf" srcId="{BA6D22FD-1B1F-4996-9CE4-F389D9FB8CC9}" destId="{115EB492-7EC7-4193-9E25-4791570E00C4}" srcOrd="1" destOrd="0" presId="urn:microsoft.com/office/officeart/2008/layout/LinedList"/>
    <dgm:cxn modelId="{DDA5D50C-2EB8-420E-A75B-C98A2F240491}" type="presParOf" srcId="{39239E89-A3F7-4530-889B-F49342295424}" destId="{DE8D20CF-2D3A-423D-9422-09C9208B14A4}" srcOrd="2" destOrd="0" presId="urn:microsoft.com/office/officeart/2008/layout/LinedList"/>
    <dgm:cxn modelId="{5EDDEB05-E81A-4FB1-B014-BA4108B4985D}" type="presParOf" srcId="{39239E89-A3F7-4530-889B-F49342295424}" destId="{A13A49A7-83E0-4558-B312-9288565F9355}" srcOrd="3" destOrd="0" presId="urn:microsoft.com/office/officeart/2008/layout/LinedList"/>
    <dgm:cxn modelId="{F422070B-E2F6-4FD1-84EB-A87FCF5076D5}" type="presParOf" srcId="{A13A49A7-83E0-4558-B312-9288565F9355}" destId="{07C4E63E-4A37-4060-9E30-EBFAC21345EB}" srcOrd="0" destOrd="0" presId="urn:microsoft.com/office/officeart/2008/layout/LinedList"/>
    <dgm:cxn modelId="{8A27AFFE-18A1-4AB6-B1CB-3B90D20AB840}" type="presParOf" srcId="{A13A49A7-83E0-4558-B312-9288565F9355}" destId="{EF373806-53A4-4AC2-AF3A-C2D1C6E39F46}" srcOrd="1" destOrd="0" presId="urn:microsoft.com/office/officeart/2008/layout/LinedList"/>
    <dgm:cxn modelId="{ED82ABEF-3303-4375-B6F2-37C9DDD1554C}" type="presParOf" srcId="{39239E89-A3F7-4530-889B-F49342295424}" destId="{D05FAFB7-C079-4ADC-B660-814E7D0516C2}" srcOrd="4" destOrd="0" presId="urn:microsoft.com/office/officeart/2008/layout/LinedList"/>
    <dgm:cxn modelId="{761075B7-CC6B-4378-BAFE-94361165E337}" type="presParOf" srcId="{39239E89-A3F7-4530-889B-F49342295424}" destId="{1A10EBEA-EC77-4357-A0B0-2025967FF23A}" srcOrd="5" destOrd="0" presId="urn:microsoft.com/office/officeart/2008/layout/LinedList"/>
    <dgm:cxn modelId="{97B8112B-9A03-4DAC-8BCD-D9B9FAD0CEDA}" type="presParOf" srcId="{1A10EBEA-EC77-4357-A0B0-2025967FF23A}" destId="{38FE3481-AC91-48AA-BD8A-8D2311DBB64C}" srcOrd="0" destOrd="0" presId="urn:microsoft.com/office/officeart/2008/layout/LinedList"/>
    <dgm:cxn modelId="{464DD1DA-AC57-4AE1-940E-86EBDC4B5FB1}" type="presParOf" srcId="{1A10EBEA-EC77-4357-A0B0-2025967FF23A}" destId="{4EFBFED8-124D-46D6-BC63-A837E764B37F}" srcOrd="1" destOrd="0" presId="urn:microsoft.com/office/officeart/2008/layout/LinedList"/>
    <dgm:cxn modelId="{876F2E25-AEED-40D7-9F84-D1C9F49363DC}" type="presParOf" srcId="{39239E89-A3F7-4530-889B-F49342295424}" destId="{B5984432-9315-4A3E-8A0D-1DCA0C3579E3}" srcOrd="6" destOrd="0" presId="urn:microsoft.com/office/officeart/2008/layout/LinedList"/>
    <dgm:cxn modelId="{04DF31D6-F30A-431B-A286-A6DD9D2C37A1}" type="presParOf" srcId="{39239E89-A3F7-4530-889B-F49342295424}" destId="{AE61E118-4CC1-45A7-A1CD-EAF5040991C9}" srcOrd="7" destOrd="0" presId="urn:microsoft.com/office/officeart/2008/layout/LinedList"/>
    <dgm:cxn modelId="{F011CCBB-2720-4D0F-B330-017EDDDBF8B5}" type="presParOf" srcId="{AE61E118-4CC1-45A7-A1CD-EAF5040991C9}" destId="{19611A78-86E7-489D-8430-4E90135E5517}" srcOrd="0" destOrd="0" presId="urn:microsoft.com/office/officeart/2008/layout/LinedList"/>
    <dgm:cxn modelId="{26A27294-B3C6-438F-B64B-514381FB4511}" type="presParOf" srcId="{AE61E118-4CC1-45A7-A1CD-EAF5040991C9}" destId="{663E9B21-6E0B-4562-8052-93D691D38DEC}" srcOrd="1" destOrd="0" presId="urn:microsoft.com/office/officeart/2008/layout/LinedList"/>
    <dgm:cxn modelId="{6F86710F-840C-4CB8-B87A-15DE74B7882E}" type="presParOf" srcId="{39239E89-A3F7-4530-889B-F49342295424}" destId="{B10F9914-C0DA-46B4-B8A9-3C4901384773}" srcOrd="8" destOrd="0" presId="urn:microsoft.com/office/officeart/2008/layout/LinedList"/>
    <dgm:cxn modelId="{381F6F03-8C64-44C6-BC1E-B6CC9E5D8BF3}" type="presParOf" srcId="{39239E89-A3F7-4530-889B-F49342295424}" destId="{853ECBE7-DBB8-4A60-8EF8-F0A9CB377EA4}" srcOrd="9" destOrd="0" presId="urn:microsoft.com/office/officeart/2008/layout/LinedList"/>
    <dgm:cxn modelId="{3617C01E-BF7F-4E6E-A7C5-DCE77BD807C0}" type="presParOf" srcId="{853ECBE7-DBB8-4A60-8EF8-F0A9CB377EA4}" destId="{7405C6FD-6583-4150-9EDF-39DD77C8FD1B}" srcOrd="0" destOrd="0" presId="urn:microsoft.com/office/officeart/2008/layout/LinedList"/>
    <dgm:cxn modelId="{1C082429-4436-4CBA-BE08-CF6B4F5E5B6A}" type="presParOf" srcId="{853ECBE7-DBB8-4A60-8EF8-F0A9CB377EA4}" destId="{41938A3F-06BA-49D1-AC0F-FE91EEC10DE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85EF847-2B95-4623-B31D-9D751C1DB0F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06F6C334-93D9-44DB-A0C1-A5C23C715E1C}">
      <dgm:prSet/>
      <dgm:spPr/>
      <dgm:t>
        <a:bodyPr/>
        <a:lstStyle/>
        <a:p>
          <a:r>
            <a:rPr lang="en-US"/>
            <a:t>1. Collect gold price data (Yahoo Finance API).</a:t>
          </a:r>
        </a:p>
      </dgm:t>
    </dgm:pt>
    <dgm:pt modelId="{266ACF62-619C-43DE-8A1B-0665C4515948}" type="parTrans" cxnId="{7597D4BD-C7D4-4A90-BB98-96D87D0BE1FA}">
      <dgm:prSet/>
      <dgm:spPr/>
      <dgm:t>
        <a:bodyPr/>
        <a:lstStyle/>
        <a:p>
          <a:endParaRPr lang="en-US"/>
        </a:p>
      </dgm:t>
    </dgm:pt>
    <dgm:pt modelId="{60745AB9-6063-454C-885F-E48FEEFE3ED8}" type="sibTrans" cxnId="{7597D4BD-C7D4-4A90-BB98-96D87D0BE1FA}">
      <dgm:prSet/>
      <dgm:spPr/>
      <dgm:t>
        <a:bodyPr/>
        <a:lstStyle/>
        <a:p>
          <a:endParaRPr lang="en-US"/>
        </a:p>
      </dgm:t>
    </dgm:pt>
    <dgm:pt modelId="{3DFEDF58-86F3-40C9-8DDE-319FC964C025}">
      <dgm:prSet/>
      <dgm:spPr/>
      <dgm:t>
        <a:bodyPr/>
        <a:lstStyle/>
        <a:p>
          <a:r>
            <a:rPr lang="en-US"/>
            <a:t>2. Gather world/financial news (NewsAPI).</a:t>
          </a:r>
        </a:p>
      </dgm:t>
    </dgm:pt>
    <dgm:pt modelId="{1F6790CA-077F-4BBF-880F-F48D001345DC}" type="parTrans" cxnId="{42BD6697-528A-42FF-8B32-0EA340C362B8}">
      <dgm:prSet/>
      <dgm:spPr/>
      <dgm:t>
        <a:bodyPr/>
        <a:lstStyle/>
        <a:p>
          <a:endParaRPr lang="en-US"/>
        </a:p>
      </dgm:t>
    </dgm:pt>
    <dgm:pt modelId="{D3072C38-91AC-4CD2-8646-0D9DBDAE6CE8}" type="sibTrans" cxnId="{42BD6697-528A-42FF-8B32-0EA340C362B8}">
      <dgm:prSet/>
      <dgm:spPr/>
      <dgm:t>
        <a:bodyPr/>
        <a:lstStyle/>
        <a:p>
          <a:endParaRPr lang="en-US"/>
        </a:p>
      </dgm:t>
    </dgm:pt>
    <dgm:pt modelId="{0D3442AA-28D1-42EC-A5BA-90A83373354C}">
      <dgm:prSet/>
      <dgm:spPr/>
      <dgm:t>
        <a:bodyPr/>
        <a:lstStyle/>
        <a:p>
          <a:r>
            <a:rPr lang="en-US"/>
            <a:t>3. Use NLP for sentiment analysis.</a:t>
          </a:r>
        </a:p>
      </dgm:t>
    </dgm:pt>
    <dgm:pt modelId="{9C3310CA-7804-459E-9398-53EF656FFF45}" type="parTrans" cxnId="{E6E56885-4EF5-40D2-B722-D4C395FD6EC2}">
      <dgm:prSet/>
      <dgm:spPr/>
      <dgm:t>
        <a:bodyPr/>
        <a:lstStyle/>
        <a:p>
          <a:endParaRPr lang="en-US"/>
        </a:p>
      </dgm:t>
    </dgm:pt>
    <dgm:pt modelId="{49E9F56F-ADF5-44F2-AE12-5FB06703AE0E}" type="sibTrans" cxnId="{E6E56885-4EF5-40D2-B722-D4C395FD6EC2}">
      <dgm:prSet/>
      <dgm:spPr/>
      <dgm:t>
        <a:bodyPr/>
        <a:lstStyle/>
        <a:p>
          <a:endParaRPr lang="en-US"/>
        </a:p>
      </dgm:t>
    </dgm:pt>
    <dgm:pt modelId="{7951321D-DC33-412E-871A-B97A7FEF7920}">
      <dgm:prSet/>
      <dgm:spPr/>
      <dgm:t>
        <a:bodyPr/>
        <a:lstStyle/>
        <a:p>
          <a:r>
            <a:rPr lang="en-US"/>
            <a:t>4. Correlate sentiment with price changes.</a:t>
          </a:r>
        </a:p>
      </dgm:t>
    </dgm:pt>
    <dgm:pt modelId="{7F31D7E1-6352-4306-BD1C-948DDE0121F6}" type="parTrans" cxnId="{D0918DC2-D5FB-4ECC-A4A1-7E507A47F774}">
      <dgm:prSet/>
      <dgm:spPr/>
      <dgm:t>
        <a:bodyPr/>
        <a:lstStyle/>
        <a:p>
          <a:endParaRPr lang="en-US"/>
        </a:p>
      </dgm:t>
    </dgm:pt>
    <dgm:pt modelId="{3E6EE0FB-C14C-4035-8F44-4CA92DEF7127}" type="sibTrans" cxnId="{D0918DC2-D5FB-4ECC-A4A1-7E507A47F774}">
      <dgm:prSet/>
      <dgm:spPr/>
      <dgm:t>
        <a:bodyPr/>
        <a:lstStyle/>
        <a:p>
          <a:endParaRPr lang="en-US"/>
        </a:p>
      </dgm:t>
    </dgm:pt>
    <dgm:pt modelId="{4C9AB0AE-9BE6-4A66-8F58-3329F1086047}">
      <dgm:prSet/>
      <dgm:spPr/>
      <dgm:t>
        <a:bodyPr/>
        <a:lstStyle/>
        <a:p>
          <a:r>
            <a:rPr lang="en-US"/>
            <a:t>5. Identify repeating patterns.</a:t>
          </a:r>
        </a:p>
      </dgm:t>
    </dgm:pt>
    <dgm:pt modelId="{5A5D4AE0-C46C-4A0E-8640-C42C3DD3337F}" type="parTrans" cxnId="{89878D30-BB55-46CD-B0B6-AC9E9F7D463D}">
      <dgm:prSet/>
      <dgm:spPr/>
      <dgm:t>
        <a:bodyPr/>
        <a:lstStyle/>
        <a:p>
          <a:endParaRPr lang="en-US"/>
        </a:p>
      </dgm:t>
    </dgm:pt>
    <dgm:pt modelId="{B006B312-1BD2-4455-9ED6-C5E1089C6CA7}" type="sibTrans" cxnId="{89878D30-BB55-46CD-B0B6-AC9E9F7D463D}">
      <dgm:prSet/>
      <dgm:spPr/>
      <dgm:t>
        <a:bodyPr/>
        <a:lstStyle/>
        <a:p>
          <a:endParaRPr lang="en-US"/>
        </a:p>
      </dgm:t>
    </dgm:pt>
    <dgm:pt modelId="{F23A2B91-03DC-48BE-9476-D2A2733935E0}" type="pres">
      <dgm:prSet presAssocID="{285EF847-2B95-4623-B31D-9D751C1DB0F9}" presName="root" presStyleCnt="0">
        <dgm:presLayoutVars>
          <dgm:dir/>
          <dgm:resizeHandles val="exact"/>
        </dgm:presLayoutVars>
      </dgm:prSet>
      <dgm:spPr/>
    </dgm:pt>
    <dgm:pt modelId="{7752CFAF-5781-4069-AA6E-B33A9DEAF1E3}" type="pres">
      <dgm:prSet presAssocID="{06F6C334-93D9-44DB-A0C1-A5C23C715E1C}" presName="compNode" presStyleCnt="0"/>
      <dgm:spPr/>
    </dgm:pt>
    <dgm:pt modelId="{EBE711E9-37F0-4EBC-B9E9-E994B4698A07}" type="pres">
      <dgm:prSet presAssocID="{06F6C334-93D9-44DB-A0C1-A5C23C715E1C}" presName="bgRect" presStyleLbl="bgShp" presStyleIdx="0" presStyleCnt="5"/>
      <dgm:spPr/>
    </dgm:pt>
    <dgm:pt modelId="{D554BA81-457E-483D-8352-900AAFC6931F}" type="pres">
      <dgm:prSet presAssocID="{06F6C334-93D9-44DB-A0C1-A5C23C715E1C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old bars"/>
        </a:ext>
      </dgm:extLst>
    </dgm:pt>
    <dgm:pt modelId="{E180D4DB-EF74-4BCD-AF3B-159708DF8DC2}" type="pres">
      <dgm:prSet presAssocID="{06F6C334-93D9-44DB-A0C1-A5C23C715E1C}" presName="spaceRect" presStyleCnt="0"/>
      <dgm:spPr/>
    </dgm:pt>
    <dgm:pt modelId="{7C039480-7A37-45AD-8D79-9E1A04D49AA6}" type="pres">
      <dgm:prSet presAssocID="{06F6C334-93D9-44DB-A0C1-A5C23C715E1C}" presName="parTx" presStyleLbl="revTx" presStyleIdx="0" presStyleCnt="5">
        <dgm:presLayoutVars>
          <dgm:chMax val="0"/>
          <dgm:chPref val="0"/>
        </dgm:presLayoutVars>
      </dgm:prSet>
      <dgm:spPr/>
    </dgm:pt>
    <dgm:pt modelId="{14106208-F8D0-444A-B863-DFB443878EA5}" type="pres">
      <dgm:prSet presAssocID="{60745AB9-6063-454C-885F-E48FEEFE3ED8}" presName="sibTrans" presStyleCnt="0"/>
      <dgm:spPr/>
    </dgm:pt>
    <dgm:pt modelId="{3FCA6722-723C-4BAD-829A-E8895F56119A}" type="pres">
      <dgm:prSet presAssocID="{3DFEDF58-86F3-40C9-8DDE-319FC964C025}" presName="compNode" presStyleCnt="0"/>
      <dgm:spPr/>
    </dgm:pt>
    <dgm:pt modelId="{E0FA18C6-1D41-4877-BC18-EE04C93A02A5}" type="pres">
      <dgm:prSet presAssocID="{3DFEDF58-86F3-40C9-8DDE-319FC964C025}" presName="bgRect" presStyleLbl="bgShp" presStyleIdx="1" presStyleCnt="5"/>
      <dgm:spPr/>
    </dgm:pt>
    <dgm:pt modelId="{A67FE0CA-403B-4C0B-8B9C-64699292B275}" type="pres">
      <dgm:prSet presAssocID="{3DFEDF58-86F3-40C9-8DDE-319FC964C025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9E267EE5-BAA7-437F-A2E8-A0701CD06358}" type="pres">
      <dgm:prSet presAssocID="{3DFEDF58-86F3-40C9-8DDE-319FC964C025}" presName="spaceRect" presStyleCnt="0"/>
      <dgm:spPr/>
    </dgm:pt>
    <dgm:pt modelId="{0CCF1415-9268-4AEA-9813-374D302A958C}" type="pres">
      <dgm:prSet presAssocID="{3DFEDF58-86F3-40C9-8DDE-319FC964C025}" presName="parTx" presStyleLbl="revTx" presStyleIdx="1" presStyleCnt="5">
        <dgm:presLayoutVars>
          <dgm:chMax val="0"/>
          <dgm:chPref val="0"/>
        </dgm:presLayoutVars>
      </dgm:prSet>
      <dgm:spPr/>
    </dgm:pt>
    <dgm:pt modelId="{3C61953A-2A9E-4AB8-870E-3EE53CFA150C}" type="pres">
      <dgm:prSet presAssocID="{D3072C38-91AC-4CD2-8646-0D9DBDAE6CE8}" presName="sibTrans" presStyleCnt="0"/>
      <dgm:spPr/>
    </dgm:pt>
    <dgm:pt modelId="{80EC9EAC-80AB-469D-AA57-BBD4D84A25D5}" type="pres">
      <dgm:prSet presAssocID="{0D3442AA-28D1-42EC-A5BA-90A83373354C}" presName="compNode" presStyleCnt="0"/>
      <dgm:spPr/>
    </dgm:pt>
    <dgm:pt modelId="{A7BE5897-11F4-40CB-9784-07141F86C997}" type="pres">
      <dgm:prSet presAssocID="{0D3442AA-28D1-42EC-A5BA-90A83373354C}" presName="bgRect" presStyleLbl="bgShp" presStyleIdx="2" presStyleCnt="5"/>
      <dgm:spPr/>
    </dgm:pt>
    <dgm:pt modelId="{F706B507-D5D5-4B85-806E-D25C3EB3EBDA}" type="pres">
      <dgm:prSet presAssocID="{0D3442AA-28D1-42EC-A5BA-90A83373354C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DFE40E3D-D441-4781-9AA7-30ECF560B844}" type="pres">
      <dgm:prSet presAssocID="{0D3442AA-28D1-42EC-A5BA-90A83373354C}" presName="spaceRect" presStyleCnt="0"/>
      <dgm:spPr/>
    </dgm:pt>
    <dgm:pt modelId="{A00EA485-D19F-4D58-B82D-F7069384BFB1}" type="pres">
      <dgm:prSet presAssocID="{0D3442AA-28D1-42EC-A5BA-90A83373354C}" presName="parTx" presStyleLbl="revTx" presStyleIdx="2" presStyleCnt="5">
        <dgm:presLayoutVars>
          <dgm:chMax val="0"/>
          <dgm:chPref val="0"/>
        </dgm:presLayoutVars>
      </dgm:prSet>
      <dgm:spPr/>
    </dgm:pt>
    <dgm:pt modelId="{D97CF1D6-61E7-4C55-A55C-F25212454C1C}" type="pres">
      <dgm:prSet presAssocID="{49E9F56F-ADF5-44F2-AE12-5FB06703AE0E}" presName="sibTrans" presStyleCnt="0"/>
      <dgm:spPr/>
    </dgm:pt>
    <dgm:pt modelId="{E80E369A-53E0-453A-B3C0-F87BE1A0B4A2}" type="pres">
      <dgm:prSet presAssocID="{7951321D-DC33-412E-871A-B97A7FEF7920}" presName="compNode" presStyleCnt="0"/>
      <dgm:spPr/>
    </dgm:pt>
    <dgm:pt modelId="{E6865C5D-9F37-4A50-A603-06360EDBE211}" type="pres">
      <dgm:prSet presAssocID="{7951321D-DC33-412E-871A-B97A7FEF7920}" presName="bgRect" presStyleLbl="bgShp" presStyleIdx="3" presStyleCnt="5"/>
      <dgm:spPr/>
    </dgm:pt>
    <dgm:pt modelId="{1B14F749-68BF-49B5-9308-688ECCCA42A0}" type="pres">
      <dgm:prSet presAssocID="{7951321D-DC33-412E-871A-B97A7FEF7920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5E63D81C-B8E9-4654-8FB1-990CBAA53909}" type="pres">
      <dgm:prSet presAssocID="{7951321D-DC33-412E-871A-B97A7FEF7920}" presName="spaceRect" presStyleCnt="0"/>
      <dgm:spPr/>
    </dgm:pt>
    <dgm:pt modelId="{20EBAD77-410D-4123-9FD6-310BFDD2A7AC}" type="pres">
      <dgm:prSet presAssocID="{7951321D-DC33-412E-871A-B97A7FEF7920}" presName="parTx" presStyleLbl="revTx" presStyleIdx="3" presStyleCnt="5">
        <dgm:presLayoutVars>
          <dgm:chMax val="0"/>
          <dgm:chPref val="0"/>
        </dgm:presLayoutVars>
      </dgm:prSet>
      <dgm:spPr/>
    </dgm:pt>
    <dgm:pt modelId="{D13FE0CF-F5C8-496A-95F7-7A5D71F7DF58}" type="pres">
      <dgm:prSet presAssocID="{3E6EE0FB-C14C-4035-8F44-4CA92DEF7127}" presName="sibTrans" presStyleCnt="0"/>
      <dgm:spPr/>
    </dgm:pt>
    <dgm:pt modelId="{79877B9D-715E-45D6-9D43-97EF689C5308}" type="pres">
      <dgm:prSet presAssocID="{4C9AB0AE-9BE6-4A66-8F58-3329F1086047}" presName="compNode" presStyleCnt="0"/>
      <dgm:spPr/>
    </dgm:pt>
    <dgm:pt modelId="{3A80E0EA-EF13-4A10-AB3E-A6B47DF88F88}" type="pres">
      <dgm:prSet presAssocID="{4C9AB0AE-9BE6-4A66-8F58-3329F1086047}" presName="bgRect" presStyleLbl="bgShp" presStyleIdx="4" presStyleCnt="5"/>
      <dgm:spPr/>
    </dgm:pt>
    <dgm:pt modelId="{D3899FDA-0938-48C0-9865-BD8C61BC632B}" type="pres">
      <dgm:prSet presAssocID="{4C9AB0AE-9BE6-4A66-8F58-3329F1086047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3B9F8E83-C8D4-4A19-9C52-66B92E7E8C83}" type="pres">
      <dgm:prSet presAssocID="{4C9AB0AE-9BE6-4A66-8F58-3329F1086047}" presName="spaceRect" presStyleCnt="0"/>
      <dgm:spPr/>
    </dgm:pt>
    <dgm:pt modelId="{FFAF7416-DFFB-418A-A655-A57BC9C7998C}" type="pres">
      <dgm:prSet presAssocID="{4C9AB0AE-9BE6-4A66-8F58-3329F108604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52ADE2D-B011-4565-88D0-4EB09CC517A3}" type="presOf" srcId="{4C9AB0AE-9BE6-4A66-8F58-3329F1086047}" destId="{FFAF7416-DFFB-418A-A655-A57BC9C7998C}" srcOrd="0" destOrd="0" presId="urn:microsoft.com/office/officeart/2018/2/layout/IconVerticalSolidList"/>
    <dgm:cxn modelId="{89878D30-BB55-46CD-B0B6-AC9E9F7D463D}" srcId="{285EF847-2B95-4623-B31D-9D751C1DB0F9}" destId="{4C9AB0AE-9BE6-4A66-8F58-3329F1086047}" srcOrd="4" destOrd="0" parTransId="{5A5D4AE0-C46C-4A0E-8640-C42C3DD3337F}" sibTransId="{B006B312-1BD2-4455-9ED6-C5E1089C6CA7}"/>
    <dgm:cxn modelId="{B3EAD839-A982-4C3A-8B47-B7BA322C2B9A}" type="presOf" srcId="{3DFEDF58-86F3-40C9-8DDE-319FC964C025}" destId="{0CCF1415-9268-4AEA-9813-374D302A958C}" srcOrd="0" destOrd="0" presId="urn:microsoft.com/office/officeart/2018/2/layout/IconVerticalSolidList"/>
    <dgm:cxn modelId="{4DBDF858-6144-406C-98E0-1CE08EF13A66}" type="presOf" srcId="{0D3442AA-28D1-42EC-A5BA-90A83373354C}" destId="{A00EA485-D19F-4D58-B82D-F7069384BFB1}" srcOrd="0" destOrd="0" presId="urn:microsoft.com/office/officeart/2018/2/layout/IconVerticalSolidList"/>
    <dgm:cxn modelId="{80775480-4E72-4E49-9B8C-63D10EC6C7DB}" type="presOf" srcId="{06F6C334-93D9-44DB-A0C1-A5C23C715E1C}" destId="{7C039480-7A37-45AD-8D79-9E1A04D49AA6}" srcOrd="0" destOrd="0" presId="urn:microsoft.com/office/officeart/2018/2/layout/IconVerticalSolidList"/>
    <dgm:cxn modelId="{E6E56885-4EF5-40D2-B722-D4C395FD6EC2}" srcId="{285EF847-2B95-4623-B31D-9D751C1DB0F9}" destId="{0D3442AA-28D1-42EC-A5BA-90A83373354C}" srcOrd="2" destOrd="0" parTransId="{9C3310CA-7804-459E-9398-53EF656FFF45}" sibTransId="{49E9F56F-ADF5-44F2-AE12-5FB06703AE0E}"/>
    <dgm:cxn modelId="{42BD6697-528A-42FF-8B32-0EA340C362B8}" srcId="{285EF847-2B95-4623-B31D-9D751C1DB0F9}" destId="{3DFEDF58-86F3-40C9-8DDE-319FC964C025}" srcOrd="1" destOrd="0" parTransId="{1F6790CA-077F-4BBF-880F-F48D001345DC}" sibTransId="{D3072C38-91AC-4CD2-8646-0D9DBDAE6CE8}"/>
    <dgm:cxn modelId="{97E91F9F-6050-4A25-84E2-91D3ED5AEB7B}" type="presOf" srcId="{7951321D-DC33-412E-871A-B97A7FEF7920}" destId="{20EBAD77-410D-4123-9FD6-310BFDD2A7AC}" srcOrd="0" destOrd="0" presId="urn:microsoft.com/office/officeart/2018/2/layout/IconVerticalSolidList"/>
    <dgm:cxn modelId="{7597D4BD-C7D4-4A90-BB98-96D87D0BE1FA}" srcId="{285EF847-2B95-4623-B31D-9D751C1DB0F9}" destId="{06F6C334-93D9-44DB-A0C1-A5C23C715E1C}" srcOrd="0" destOrd="0" parTransId="{266ACF62-619C-43DE-8A1B-0665C4515948}" sibTransId="{60745AB9-6063-454C-885F-E48FEEFE3ED8}"/>
    <dgm:cxn modelId="{09175AC2-E44C-4D12-BEFF-81943A08F3F2}" type="presOf" srcId="{285EF847-2B95-4623-B31D-9D751C1DB0F9}" destId="{F23A2B91-03DC-48BE-9476-D2A2733935E0}" srcOrd="0" destOrd="0" presId="urn:microsoft.com/office/officeart/2018/2/layout/IconVerticalSolidList"/>
    <dgm:cxn modelId="{D0918DC2-D5FB-4ECC-A4A1-7E507A47F774}" srcId="{285EF847-2B95-4623-B31D-9D751C1DB0F9}" destId="{7951321D-DC33-412E-871A-B97A7FEF7920}" srcOrd="3" destOrd="0" parTransId="{7F31D7E1-6352-4306-BD1C-948DDE0121F6}" sibTransId="{3E6EE0FB-C14C-4035-8F44-4CA92DEF7127}"/>
    <dgm:cxn modelId="{599A65F3-B0D8-4AF1-B9CE-AF4A0AC9782C}" type="presParOf" srcId="{F23A2B91-03DC-48BE-9476-D2A2733935E0}" destId="{7752CFAF-5781-4069-AA6E-B33A9DEAF1E3}" srcOrd="0" destOrd="0" presId="urn:microsoft.com/office/officeart/2018/2/layout/IconVerticalSolidList"/>
    <dgm:cxn modelId="{EFD75C2E-22D4-473E-BAB8-81E38E1A0322}" type="presParOf" srcId="{7752CFAF-5781-4069-AA6E-B33A9DEAF1E3}" destId="{EBE711E9-37F0-4EBC-B9E9-E994B4698A07}" srcOrd="0" destOrd="0" presId="urn:microsoft.com/office/officeart/2018/2/layout/IconVerticalSolidList"/>
    <dgm:cxn modelId="{FEF88D2B-1B7A-48EB-AC17-16BE3273DCF9}" type="presParOf" srcId="{7752CFAF-5781-4069-AA6E-B33A9DEAF1E3}" destId="{D554BA81-457E-483D-8352-900AAFC6931F}" srcOrd="1" destOrd="0" presId="urn:microsoft.com/office/officeart/2018/2/layout/IconVerticalSolidList"/>
    <dgm:cxn modelId="{DA4961EE-F7DD-40EA-AAC9-DC9DBF96A7AF}" type="presParOf" srcId="{7752CFAF-5781-4069-AA6E-B33A9DEAF1E3}" destId="{E180D4DB-EF74-4BCD-AF3B-159708DF8DC2}" srcOrd="2" destOrd="0" presId="urn:microsoft.com/office/officeart/2018/2/layout/IconVerticalSolidList"/>
    <dgm:cxn modelId="{D4A101FF-AC4D-4C84-954E-082BEBD94121}" type="presParOf" srcId="{7752CFAF-5781-4069-AA6E-B33A9DEAF1E3}" destId="{7C039480-7A37-45AD-8D79-9E1A04D49AA6}" srcOrd="3" destOrd="0" presId="urn:microsoft.com/office/officeart/2018/2/layout/IconVerticalSolidList"/>
    <dgm:cxn modelId="{0982F89C-167F-44F0-85DD-472DA1EE8A1A}" type="presParOf" srcId="{F23A2B91-03DC-48BE-9476-D2A2733935E0}" destId="{14106208-F8D0-444A-B863-DFB443878EA5}" srcOrd="1" destOrd="0" presId="urn:microsoft.com/office/officeart/2018/2/layout/IconVerticalSolidList"/>
    <dgm:cxn modelId="{B9F61F4A-01A0-43D7-B40C-DBC7B37B0695}" type="presParOf" srcId="{F23A2B91-03DC-48BE-9476-D2A2733935E0}" destId="{3FCA6722-723C-4BAD-829A-E8895F56119A}" srcOrd="2" destOrd="0" presId="urn:microsoft.com/office/officeart/2018/2/layout/IconVerticalSolidList"/>
    <dgm:cxn modelId="{75190E97-2E73-4A04-B37A-5AD6EDB7A168}" type="presParOf" srcId="{3FCA6722-723C-4BAD-829A-E8895F56119A}" destId="{E0FA18C6-1D41-4877-BC18-EE04C93A02A5}" srcOrd="0" destOrd="0" presId="urn:microsoft.com/office/officeart/2018/2/layout/IconVerticalSolidList"/>
    <dgm:cxn modelId="{7B7CD07E-472A-408D-9358-92D6853CA518}" type="presParOf" srcId="{3FCA6722-723C-4BAD-829A-E8895F56119A}" destId="{A67FE0CA-403B-4C0B-8B9C-64699292B275}" srcOrd="1" destOrd="0" presId="urn:microsoft.com/office/officeart/2018/2/layout/IconVerticalSolidList"/>
    <dgm:cxn modelId="{50133EE2-2989-498A-9F2C-83EF07BB265D}" type="presParOf" srcId="{3FCA6722-723C-4BAD-829A-E8895F56119A}" destId="{9E267EE5-BAA7-437F-A2E8-A0701CD06358}" srcOrd="2" destOrd="0" presId="urn:microsoft.com/office/officeart/2018/2/layout/IconVerticalSolidList"/>
    <dgm:cxn modelId="{41FFF1EC-136A-47B8-8195-CBF35C457AEE}" type="presParOf" srcId="{3FCA6722-723C-4BAD-829A-E8895F56119A}" destId="{0CCF1415-9268-4AEA-9813-374D302A958C}" srcOrd="3" destOrd="0" presId="urn:microsoft.com/office/officeart/2018/2/layout/IconVerticalSolidList"/>
    <dgm:cxn modelId="{3291FD88-A7DC-480A-87A1-DCBE7D010B5D}" type="presParOf" srcId="{F23A2B91-03DC-48BE-9476-D2A2733935E0}" destId="{3C61953A-2A9E-4AB8-870E-3EE53CFA150C}" srcOrd="3" destOrd="0" presId="urn:microsoft.com/office/officeart/2018/2/layout/IconVerticalSolidList"/>
    <dgm:cxn modelId="{E504F072-54E5-4C0B-A217-9F224855A1A0}" type="presParOf" srcId="{F23A2B91-03DC-48BE-9476-D2A2733935E0}" destId="{80EC9EAC-80AB-469D-AA57-BBD4D84A25D5}" srcOrd="4" destOrd="0" presId="urn:microsoft.com/office/officeart/2018/2/layout/IconVerticalSolidList"/>
    <dgm:cxn modelId="{6DAD42CF-FCDF-43A3-91C7-3328E65F3312}" type="presParOf" srcId="{80EC9EAC-80AB-469D-AA57-BBD4D84A25D5}" destId="{A7BE5897-11F4-40CB-9784-07141F86C997}" srcOrd="0" destOrd="0" presId="urn:microsoft.com/office/officeart/2018/2/layout/IconVerticalSolidList"/>
    <dgm:cxn modelId="{EF707840-29FD-4C55-983A-08044E432F4F}" type="presParOf" srcId="{80EC9EAC-80AB-469D-AA57-BBD4D84A25D5}" destId="{F706B507-D5D5-4B85-806E-D25C3EB3EBDA}" srcOrd="1" destOrd="0" presId="urn:microsoft.com/office/officeart/2018/2/layout/IconVerticalSolidList"/>
    <dgm:cxn modelId="{2290A32D-EC79-426F-8294-9428ED013773}" type="presParOf" srcId="{80EC9EAC-80AB-469D-AA57-BBD4D84A25D5}" destId="{DFE40E3D-D441-4781-9AA7-30ECF560B844}" srcOrd="2" destOrd="0" presId="urn:microsoft.com/office/officeart/2018/2/layout/IconVerticalSolidList"/>
    <dgm:cxn modelId="{12E8816C-C192-4FD8-81F1-DC51C74B4F10}" type="presParOf" srcId="{80EC9EAC-80AB-469D-AA57-BBD4D84A25D5}" destId="{A00EA485-D19F-4D58-B82D-F7069384BFB1}" srcOrd="3" destOrd="0" presId="urn:microsoft.com/office/officeart/2018/2/layout/IconVerticalSolidList"/>
    <dgm:cxn modelId="{D50BC50F-6D80-4F8C-9172-E9E400E04DD3}" type="presParOf" srcId="{F23A2B91-03DC-48BE-9476-D2A2733935E0}" destId="{D97CF1D6-61E7-4C55-A55C-F25212454C1C}" srcOrd="5" destOrd="0" presId="urn:microsoft.com/office/officeart/2018/2/layout/IconVerticalSolidList"/>
    <dgm:cxn modelId="{C2A90715-AA8C-4AC6-B0C5-C4C6570E219A}" type="presParOf" srcId="{F23A2B91-03DC-48BE-9476-D2A2733935E0}" destId="{E80E369A-53E0-453A-B3C0-F87BE1A0B4A2}" srcOrd="6" destOrd="0" presId="urn:microsoft.com/office/officeart/2018/2/layout/IconVerticalSolidList"/>
    <dgm:cxn modelId="{E46C735D-7F37-4DC5-AF6D-1EE4BF641912}" type="presParOf" srcId="{E80E369A-53E0-453A-B3C0-F87BE1A0B4A2}" destId="{E6865C5D-9F37-4A50-A603-06360EDBE211}" srcOrd="0" destOrd="0" presId="urn:microsoft.com/office/officeart/2018/2/layout/IconVerticalSolidList"/>
    <dgm:cxn modelId="{94422EBD-35E4-431B-B0B9-92050704F997}" type="presParOf" srcId="{E80E369A-53E0-453A-B3C0-F87BE1A0B4A2}" destId="{1B14F749-68BF-49B5-9308-688ECCCA42A0}" srcOrd="1" destOrd="0" presId="urn:microsoft.com/office/officeart/2018/2/layout/IconVerticalSolidList"/>
    <dgm:cxn modelId="{75AE9E50-2AC8-4972-BA28-C762D72517EB}" type="presParOf" srcId="{E80E369A-53E0-453A-B3C0-F87BE1A0B4A2}" destId="{5E63D81C-B8E9-4654-8FB1-990CBAA53909}" srcOrd="2" destOrd="0" presId="urn:microsoft.com/office/officeart/2018/2/layout/IconVerticalSolidList"/>
    <dgm:cxn modelId="{E71963B7-32EE-4502-BC3C-A836BF344EE4}" type="presParOf" srcId="{E80E369A-53E0-453A-B3C0-F87BE1A0B4A2}" destId="{20EBAD77-410D-4123-9FD6-310BFDD2A7AC}" srcOrd="3" destOrd="0" presId="urn:microsoft.com/office/officeart/2018/2/layout/IconVerticalSolidList"/>
    <dgm:cxn modelId="{9820059B-D1AB-4CF9-8C42-17C09EEA7A55}" type="presParOf" srcId="{F23A2B91-03DC-48BE-9476-D2A2733935E0}" destId="{D13FE0CF-F5C8-496A-95F7-7A5D71F7DF58}" srcOrd="7" destOrd="0" presId="urn:microsoft.com/office/officeart/2018/2/layout/IconVerticalSolidList"/>
    <dgm:cxn modelId="{CF6419C0-265B-485B-913B-67CD1D446441}" type="presParOf" srcId="{F23A2B91-03DC-48BE-9476-D2A2733935E0}" destId="{79877B9D-715E-45D6-9D43-97EF689C5308}" srcOrd="8" destOrd="0" presId="urn:microsoft.com/office/officeart/2018/2/layout/IconVerticalSolidList"/>
    <dgm:cxn modelId="{49323358-7DA0-4ED1-8CD6-2F0390B180F6}" type="presParOf" srcId="{79877B9D-715E-45D6-9D43-97EF689C5308}" destId="{3A80E0EA-EF13-4A10-AB3E-A6B47DF88F88}" srcOrd="0" destOrd="0" presId="urn:microsoft.com/office/officeart/2018/2/layout/IconVerticalSolidList"/>
    <dgm:cxn modelId="{3633F873-377B-4F3B-B8C1-32D4A1828C4E}" type="presParOf" srcId="{79877B9D-715E-45D6-9D43-97EF689C5308}" destId="{D3899FDA-0938-48C0-9865-BD8C61BC632B}" srcOrd="1" destOrd="0" presId="urn:microsoft.com/office/officeart/2018/2/layout/IconVerticalSolidList"/>
    <dgm:cxn modelId="{F6397176-4249-4BFB-B2D5-1FF33FC7DF0A}" type="presParOf" srcId="{79877B9D-715E-45D6-9D43-97EF689C5308}" destId="{3B9F8E83-C8D4-4A19-9C52-66B92E7E8C83}" srcOrd="2" destOrd="0" presId="urn:microsoft.com/office/officeart/2018/2/layout/IconVerticalSolidList"/>
    <dgm:cxn modelId="{E74D6F3F-693C-4981-B6CB-A296A0C96A4F}" type="presParOf" srcId="{79877B9D-715E-45D6-9D43-97EF689C5308}" destId="{FFAF7416-DFFB-418A-A655-A57BC9C7998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44D420B-4552-4CD2-BF0E-F263C97F9763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640E332-FF1D-4C6C-B38B-44D732AE93E2}">
      <dgm:prSet/>
      <dgm:spPr/>
      <dgm:t>
        <a:bodyPr/>
        <a:lstStyle/>
        <a:p>
          <a:r>
            <a:rPr lang="en-US"/>
            <a:t>Workflow:</a:t>
          </a:r>
        </a:p>
      </dgm:t>
    </dgm:pt>
    <dgm:pt modelId="{8210D6AC-65BB-4B0E-B06D-91BFD364A1F5}" type="parTrans" cxnId="{C8A7E659-964F-4F87-BEEA-5BDE9B00933D}">
      <dgm:prSet/>
      <dgm:spPr/>
      <dgm:t>
        <a:bodyPr/>
        <a:lstStyle/>
        <a:p>
          <a:endParaRPr lang="en-US"/>
        </a:p>
      </dgm:t>
    </dgm:pt>
    <dgm:pt modelId="{36F24E71-9B48-4F20-98D8-D56BC1C12EC0}" type="sibTrans" cxnId="{C8A7E659-964F-4F87-BEEA-5BDE9B00933D}">
      <dgm:prSet/>
      <dgm:spPr/>
      <dgm:t>
        <a:bodyPr/>
        <a:lstStyle/>
        <a:p>
          <a:endParaRPr lang="en-US"/>
        </a:p>
      </dgm:t>
    </dgm:pt>
    <dgm:pt modelId="{4C30B12A-D0B1-468A-A9DB-3A96E30C00D4}">
      <dgm:prSet/>
      <dgm:spPr/>
      <dgm:t>
        <a:bodyPr/>
        <a:lstStyle/>
        <a:p>
          <a:r>
            <a:rPr lang="en-US" dirty="0"/>
            <a:t>→Global Event / News </a:t>
          </a:r>
        </a:p>
      </dgm:t>
    </dgm:pt>
    <dgm:pt modelId="{FE3A6B98-3BF1-4D9F-93DD-DD647E53B22E}" type="parTrans" cxnId="{552A0293-98E3-43F9-8443-29EA6555142C}">
      <dgm:prSet/>
      <dgm:spPr/>
      <dgm:t>
        <a:bodyPr/>
        <a:lstStyle/>
        <a:p>
          <a:endParaRPr lang="en-US"/>
        </a:p>
      </dgm:t>
    </dgm:pt>
    <dgm:pt modelId="{97794CE7-B1C4-4180-9D2F-769F7223DEE1}" type="sibTrans" cxnId="{552A0293-98E3-43F9-8443-29EA6555142C}">
      <dgm:prSet/>
      <dgm:spPr/>
      <dgm:t>
        <a:bodyPr/>
        <a:lstStyle/>
        <a:p>
          <a:endParaRPr lang="en-US"/>
        </a:p>
      </dgm:t>
    </dgm:pt>
    <dgm:pt modelId="{50411483-B4DB-4031-A3AF-3BFDA6FA58DA}">
      <dgm:prSet/>
      <dgm:spPr/>
      <dgm:t>
        <a:bodyPr/>
        <a:lstStyle/>
        <a:p>
          <a:r>
            <a:rPr lang="en-US" dirty="0"/>
            <a:t>→ Sentiment Analysis</a:t>
          </a:r>
        </a:p>
      </dgm:t>
    </dgm:pt>
    <dgm:pt modelId="{56C3184E-23F0-44B4-A3B0-6DDBAAFDD97D}" type="parTrans" cxnId="{ED1AFA16-EA82-4183-95D9-A5C4061121AC}">
      <dgm:prSet/>
      <dgm:spPr/>
      <dgm:t>
        <a:bodyPr/>
        <a:lstStyle/>
        <a:p>
          <a:endParaRPr lang="en-US"/>
        </a:p>
      </dgm:t>
    </dgm:pt>
    <dgm:pt modelId="{F353CF13-23DD-45FB-ADF0-2B6A8D62AF44}" type="sibTrans" cxnId="{ED1AFA16-EA82-4183-95D9-A5C4061121AC}">
      <dgm:prSet/>
      <dgm:spPr/>
      <dgm:t>
        <a:bodyPr/>
        <a:lstStyle/>
        <a:p>
          <a:endParaRPr lang="en-US"/>
        </a:p>
      </dgm:t>
    </dgm:pt>
    <dgm:pt modelId="{18FBBB84-4D45-446C-958F-2B6AB7878178}">
      <dgm:prSet/>
      <dgm:spPr/>
      <dgm:t>
        <a:bodyPr/>
        <a:lstStyle/>
        <a:p>
          <a:r>
            <a:rPr lang="en-US"/>
            <a:t>→ Historical Gold Data</a:t>
          </a:r>
        </a:p>
      </dgm:t>
    </dgm:pt>
    <dgm:pt modelId="{D21C3202-3960-4BB9-850D-E59221777FDF}" type="parTrans" cxnId="{A09CB6BF-223D-4116-8E58-A2A26007EC23}">
      <dgm:prSet/>
      <dgm:spPr/>
      <dgm:t>
        <a:bodyPr/>
        <a:lstStyle/>
        <a:p>
          <a:endParaRPr lang="en-US"/>
        </a:p>
      </dgm:t>
    </dgm:pt>
    <dgm:pt modelId="{A2550617-499C-4774-A871-5895F0F20514}" type="sibTrans" cxnId="{A09CB6BF-223D-4116-8E58-A2A26007EC23}">
      <dgm:prSet/>
      <dgm:spPr/>
      <dgm:t>
        <a:bodyPr/>
        <a:lstStyle/>
        <a:p>
          <a:endParaRPr lang="en-US"/>
        </a:p>
      </dgm:t>
    </dgm:pt>
    <dgm:pt modelId="{CEC35EF9-C8E1-489C-8499-1D12FAFF4854}">
      <dgm:prSet/>
      <dgm:spPr/>
      <dgm:t>
        <a:bodyPr/>
        <a:lstStyle/>
        <a:p>
          <a:r>
            <a:rPr lang="en-US"/>
            <a:t>→ Pattern Detection</a:t>
          </a:r>
        </a:p>
      </dgm:t>
    </dgm:pt>
    <dgm:pt modelId="{4D7D4F78-73C2-4DD1-A389-56DA43E975AC}" type="parTrans" cxnId="{AB00C177-F31C-4186-ADF9-DF3CF14107B7}">
      <dgm:prSet/>
      <dgm:spPr/>
      <dgm:t>
        <a:bodyPr/>
        <a:lstStyle/>
        <a:p>
          <a:endParaRPr lang="en-US"/>
        </a:p>
      </dgm:t>
    </dgm:pt>
    <dgm:pt modelId="{8F701B33-3D3B-4F64-98F0-13AF4413E0B2}" type="sibTrans" cxnId="{AB00C177-F31C-4186-ADF9-DF3CF14107B7}">
      <dgm:prSet/>
      <dgm:spPr/>
      <dgm:t>
        <a:bodyPr/>
        <a:lstStyle/>
        <a:p>
          <a:endParaRPr lang="en-US"/>
        </a:p>
      </dgm:t>
    </dgm:pt>
    <dgm:pt modelId="{38DCBA99-98BD-4798-BEEC-A683DAF84F84}">
      <dgm:prSet/>
      <dgm:spPr/>
      <dgm:t>
        <a:bodyPr/>
        <a:lstStyle/>
        <a:p>
          <a:r>
            <a:rPr lang="en-US"/>
            <a:t>→ Insights</a:t>
          </a:r>
        </a:p>
      </dgm:t>
    </dgm:pt>
    <dgm:pt modelId="{AABA97DA-6C19-404A-884C-1ED0031C1D8D}" type="parTrans" cxnId="{BA621BAE-929A-4A8C-A67C-9C8494673629}">
      <dgm:prSet/>
      <dgm:spPr/>
      <dgm:t>
        <a:bodyPr/>
        <a:lstStyle/>
        <a:p>
          <a:endParaRPr lang="en-US"/>
        </a:p>
      </dgm:t>
    </dgm:pt>
    <dgm:pt modelId="{531DC134-D549-44D4-B458-C2F9B1917BF5}" type="sibTrans" cxnId="{BA621BAE-929A-4A8C-A67C-9C8494673629}">
      <dgm:prSet/>
      <dgm:spPr/>
      <dgm:t>
        <a:bodyPr/>
        <a:lstStyle/>
        <a:p>
          <a:endParaRPr lang="en-US"/>
        </a:p>
      </dgm:t>
    </dgm:pt>
    <dgm:pt modelId="{C1D9CBBC-01B5-41FF-AF8B-863D279A1DD6}" type="pres">
      <dgm:prSet presAssocID="{244D420B-4552-4CD2-BF0E-F263C97F9763}" presName="Name0" presStyleCnt="0">
        <dgm:presLayoutVars>
          <dgm:dir/>
          <dgm:resizeHandles val="exact"/>
        </dgm:presLayoutVars>
      </dgm:prSet>
      <dgm:spPr/>
    </dgm:pt>
    <dgm:pt modelId="{73AD20F0-0ADE-4C96-A019-84D9BFD5A609}" type="pres">
      <dgm:prSet presAssocID="{E640E332-FF1D-4C6C-B38B-44D732AE93E2}" presName="node" presStyleLbl="node1" presStyleIdx="0" presStyleCnt="6">
        <dgm:presLayoutVars>
          <dgm:bulletEnabled val="1"/>
        </dgm:presLayoutVars>
      </dgm:prSet>
      <dgm:spPr/>
    </dgm:pt>
    <dgm:pt modelId="{20F41B75-B5BB-441D-ACA4-F1909858A56E}" type="pres">
      <dgm:prSet presAssocID="{36F24E71-9B48-4F20-98D8-D56BC1C12EC0}" presName="sibTrans" presStyleLbl="sibTrans1D1" presStyleIdx="0" presStyleCnt="5"/>
      <dgm:spPr/>
    </dgm:pt>
    <dgm:pt modelId="{0964A0DD-45A6-4B97-8E60-2BB0DFA4556E}" type="pres">
      <dgm:prSet presAssocID="{36F24E71-9B48-4F20-98D8-D56BC1C12EC0}" presName="connectorText" presStyleLbl="sibTrans1D1" presStyleIdx="0" presStyleCnt="5"/>
      <dgm:spPr/>
    </dgm:pt>
    <dgm:pt modelId="{91135425-E5FF-42DF-862D-887847EBF217}" type="pres">
      <dgm:prSet presAssocID="{4C30B12A-D0B1-468A-A9DB-3A96E30C00D4}" presName="node" presStyleLbl="node1" presStyleIdx="1" presStyleCnt="6">
        <dgm:presLayoutVars>
          <dgm:bulletEnabled val="1"/>
        </dgm:presLayoutVars>
      </dgm:prSet>
      <dgm:spPr/>
    </dgm:pt>
    <dgm:pt modelId="{36D420F4-B378-4FBB-B0EF-EE4B670D2C57}" type="pres">
      <dgm:prSet presAssocID="{97794CE7-B1C4-4180-9D2F-769F7223DEE1}" presName="sibTrans" presStyleLbl="sibTrans1D1" presStyleIdx="1" presStyleCnt="5"/>
      <dgm:spPr/>
    </dgm:pt>
    <dgm:pt modelId="{874A559D-37BC-42B1-88FF-7A7866EA2981}" type="pres">
      <dgm:prSet presAssocID="{97794CE7-B1C4-4180-9D2F-769F7223DEE1}" presName="connectorText" presStyleLbl="sibTrans1D1" presStyleIdx="1" presStyleCnt="5"/>
      <dgm:spPr/>
    </dgm:pt>
    <dgm:pt modelId="{46FB700A-4687-465A-B6FA-6C9EE1B51842}" type="pres">
      <dgm:prSet presAssocID="{50411483-B4DB-4031-A3AF-3BFDA6FA58DA}" presName="node" presStyleLbl="node1" presStyleIdx="2" presStyleCnt="6">
        <dgm:presLayoutVars>
          <dgm:bulletEnabled val="1"/>
        </dgm:presLayoutVars>
      </dgm:prSet>
      <dgm:spPr/>
    </dgm:pt>
    <dgm:pt modelId="{DE2E1958-3052-4D81-981D-1501FA93D15A}" type="pres">
      <dgm:prSet presAssocID="{F353CF13-23DD-45FB-ADF0-2B6A8D62AF44}" presName="sibTrans" presStyleLbl="sibTrans1D1" presStyleIdx="2" presStyleCnt="5"/>
      <dgm:spPr/>
    </dgm:pt>
    <dgm:pt modelId="{80D38DFB-76C3-4932-9E85-788F2A6C8F51}" type="pres">
      <dgm:prSet presAssocID="{F353CF13-23DD-45FB-ADF0-2B6A8D62AF44}" presName="connectorText" presStyleLbl="sibTrans1D1" presStyleIdx="2" presStyleCnt="5"/>
      <dgm:spPr/>
    </dgm:pt>
    <dgm:pt modelId="{C7F31640-2D35-4755-B50E-C4D7A8845AFC}" type="pres">
      <dgm:prSet presAssocID="{18FBBB84-4D45-446C-958F-2B6AB7878178}" presName="node" presStyleLbl="node1" presStyleIdx="3" presStyleCnt="6">
        <dgm:presLayoutVars>
          <dgm:bulletEnabled val="1"/>
        </dgm:presLayoutVars>
      </dgm:prSet>
      <dgm:spPr/>
    </dgm:pt>
    <dgm:pt modelId="{A8FC2C8C-63E0-4610-BBB7-567026B359DB}" type="pres">
      <dgm:prSet presAssocID="{A2550617-499C-4774-A871-5895F0F20514}" presName="sibTrans" presStyleLbl="sibTrans1D1" presStyleIdx="3" presStyleCnt="5"/>
      <dgm:spPr/>
    </dgm:pt>
    <dgm:pt modelId="{72193E56-17A1-436E-8B6D-67FC39E6C00F}" type="pres">
      <dgm:prSet presAssocID="{A2550617-499C-4774-A871-5895F0F20514}" presName="connectorText" presStyleLbl="sibTrans1D1" presStyleIdx="3" presStyleCnt="5"/>
      <dgm:spPr/>
    </dgm:pt>
    <dgm:pt modelId="{42886AF3-062E-4CA9-B232-BE5668A3DF0C}" type="pres">
      <dgm:prSet presAssocID="{CEC35EF9-C8E1-489C-8499-1D12FAFF4854}" presName="node" presStyleLbl="node1" presStyleIdx="4" presStyleCnt="6">
        <dgm:presLayoutVars>
          <dgm:bulletEnabled val="1"/>
        </dgm:presLayoutVars>
      </dgm:prSet>
      <dgm:spPr/>
    </dgm:pt>
    <dgm:pt modelId="{9E559434-751F-492D-ACF2-83ADE0358E68}" type="pres">
      <dgm:prSet presAssocID="{8F701B33-3D3B-4F64-98F0-13AF4413E0B2}" presName="sibTrans" presStyleLbl="sibTrans1D1" presStyleIdx="4" presStyleCnt="5"/>
      <dgm:spPr/>
    </dgm:pt>
    <dgm:pt modelId="{4FEA30F5-8FD5-4845-8EC6-703595BD1BCC}" type="pres">
      <dgm:prSet presAssocID="{8F701B33-3D3B-4F64-98F0-13AF4413E0B2}" presName="connectorText" presStyleLbl="sibTrans1D1" presStyleIdx="4" presStyleCnt="5"/>
      <dgm:spPr/>
    </dgm:pt>
    <dgm:pt modelId="{5B8AA4CD-3B58-4EA7-8675-7F73AAEE2A79}" type="pres">
      <dgm:prSet presAssocID="{38DCBA99-98BD-4798-BEEC-A683DAF84F84}" presName="node" presStyleLbl="node1" presStyleIdx="5" presStyleCnt="6">
        <dgm:presLayoutVars>
          <dgm:bulletEnabled val="1"/>
        </dgm:presLayoutVars>
      </dgm:prSet>
      <dgm:spPr/>
    </dgm:pt>
  </dgm:ptLst>
  <dgm:cxnLst>
    <dgm:cxn modelId="{1BCB660E-5FE9-455D-B591-5FB4DF22D68B}" type="presOf" srcId="{F353CF13-23DD-45FB-ADF0-2B6A8D62AF44}" destId="{DE2E1958-3052-4D81-981D-1501FA93D15A}" srcOrd="0" destOrd="0" presId="urn:microsoft.com/office/officeart/2016/7/layout/RepeatingBendingProcessNew"/>
    <dgm:cxn modelId="{ED1AFA16-EA82-4183-95D9-A5C4061121AC}" srcId="{244D420B-4552-4CD2-BF0E-F263C97F9763}" destId="{50411483-B4DB-4031-A3AF-3BFDA6FA58DA}" srcOrd="2" destOrd="0" parTransId="{56C3184E-23F0-44B4-A3B0-6DDBAAFDD97D}" sibTransId="{F353CF13-23DD-45FB-ADF0-2B6A8D62AF44}"/>
    <dgm:cxn modelId="{FA447321-9622-4902-BF1A-3A6233270B73}" type="presOf" srcId="{38DCBA99-98BD-4798-BEEC-A683DAF84F84}" destId="{5B8AA4CD-3B58-4EA7-8675-7F73AAEE2A79}" srcOrd="0" destOrd="0" presId="urn:microsoft.com/office/officeart/2016/7/layout/RepeatingBendingProcessNew"/>
    <dgm:cxn modelId="{858BC82A-FE08-464A-8158-C65500D3EA17}" type="presOf" srcId="{36F24E71-9B48-4F20-98D8-D56BC1C12EC0}" destId="{20F41B75-B5BB-441D-ACA4-F1909858A56E}" srcOrd="0" destOrd="0" presId="urn:microsoft.com/office/officeart/2016/7/layout/RepeatingBendingProcessNew"/>
    <dgm:cxn modelId="{A1815A2C-4683-4F54-BCE2-D3D16A94EA6F}" type="presOf" srcId="{4C30B12A-D0B1-468A-A9DB-3A96E30C00D4}" destId="{91135425-E5FF-42DF-862D-887847EBF217}" srcOrd="0" destOrd="0" presId="urn:microsoft.com/office/officeart/2016/7/layout/RepeatingBendingProcessNew"/>
    <dgm:cxn modelId="{35CE9630-49CE-4163-9309-22D2456E4A10}" type="presOf" srcId="{97794CE7-B1C4-4180-9D2F-769F7223DEE1}" destId="{36D420F4-B378-4FBB-B0EF-EE4B670D2C57}" srcOrd="0" destOrd="0" presId="urn:microsoft.com/office/officeart/2016/7/layout/RepeatingBendingProcessNew"/>
    <dgm:cxn modelId="{4B66B572-3B79-4ECC-9BEA-CD25579890CF}" type="presOf" srcId="{F353CF13-23DD-45FB-ADF0-2B6A8D62AF44}" destId="{80D38DFB-76C3-4932-9E85-788F2A6C8F51}" srcOrd="1" destOrd="0" presId="urn:microsoft.com/office/officeart/2016/7/layout/RepeatingBendingProcessNew"/>
    <dgm:cxn modelId="{334C4057-60FC-45CE-A3B6-BF897F6CC0E7}" type="presOf" srcId="{36F24E71-9B48-4F20-98D8-D56BC1C12EC0}" destId="{0964A0DD-45A6-4B97-8E60-2BB0DFA4556E}" srcOrd="1" destOrd="0" presId="urn:microsoft.com/office/officeart/2016/7/layout/RepeatingBendingProcessNew"/>
    <dgm:cxn modelId="{AB00C177-F31C-4186-ADF9-DF3CF14107B7}" srcId="{244D420B-4552-4CD2-BF0E-F263C97F9763}" destId="{CEC35EF9-C8E1-489C-8499-1D12FAFF4854}" srcOrd="4" destOrd="0" parTransId="{4D7D4F78-73C2-4DD1-A389-56DA43E975AC}" sibTransId="{8F701B33-3D3B-4F64-98F0-13AF4413E0B2}"/>
    <dgm:cxn modelId="{C8A7E659-964F-4F87-BEEA-5BDE9B00933D}" srcId="{244D420B-4552-4CD2-BF0E-F263C97F9763}" destId="{E640E332-FF1D-4C6C-B38B-44D732AE93E2}" srcOrd="0" destOrd="0" parTransId="{8210D6AC-65BB-4B0E-B06D-91BFD364A1F5}" sibTransId="{36F24E71-9B48-4F20-98D8-D56BC1C12EC0}"/>
    <dgm:cxn modelId="{C9655B7D-9ECB-4D63-8CCF-85736F3E9F7D}" type="presOf" srcId="{8F701B33-3D3B-4F64-98F0-13AF4413E0B2}" destId="{9E559434-751F-492D-ACF2-83ADE0358E68}" srcOrd="0" destOrd="0" presId="urn:microsoft.com/office/officeart/2016/7/layout/RepeatingBendingProcessNew"/>
    <dgm:cxn modelId="{FFF38C83-2B2E-4F1E-BAB8-A1D289048DE2}" type="presOf" srcId="{50411483-B4DB-4031-A3AF-3BFDA6FA58DA}" destId="{46FB700A-4687-465A-B6FA-6C9EE1B51842}" srcOrd="0" destOrd="0" presId="urn:microsoft.com/office/officeart/2016/7/layout/RepeatingBendingProcessNew"/>
    <dgm:cxn modelId="{552A0293-98E3-43F9-8443-29EA6555142C}" srcId="{244D420B-4552-4CD2-BF0E-F263C97F9763}" destId="{4C30B12A-D0B1-468A-A9DB-3A96E30C00D4}" srcOrd="1" destOrd="0" parTransId="{FE3A6B98-3BF1-4D9F-93DD-DD647E53B22E}" sibTransId="{97794CE7-B1C4-4180-9D2F-769F7223DEE1}"/>
    <dgm:cxn modelId="{97C1E99D-2A5F-42E0-8508-812AEB14B48D}" type="presOf" srcId="{8F701B33-3D3B-4F64-98F0-13AF4413E0B2}" destId="{4FEA30F5-8FD5-4845-8EC6-703595BD1BCC}" srcOrd="1" destOrd="0" presId="urn:microsoft.com/office/officeart/2016/7/layout/RepeatingBendingProcessNew"/>
    <dgm:cxn modelId="{60DDB0A6-BDD1-4EFA-B1AD-916005808471}" type="presOf" srcId="{18FBBB84-4D45-446C-958F-2B6AB7878178}" destId="{C7F31640-2D35-4755-B50E-C4D7A8845AFC}" srcOrd="0" destOrd="0" presId="urn:microsoft.com/office/officeart/2016/7/layout/RepeatingBendingProcessNew"/>
    <dgm:cxn modelId="{BA621BAE-929A-4A8C-A67C-9C8494673629}" srcId="{244D420B-4552-4CD2-BF0E-F263C97F9763}" destId="{38DCBA99-98BD-4798-BEEC-A683DAF84F84}" srcOrd="5" destOrd="0" parTransId="{AABA97DA-6C19-404A-884C-1ED0031C1D8D}" sibTransId="{531DC134-D549-44D4-B458-C2F9B1917BF5}"/>
    <dgm:cxn modelId="{6B3DC3B6-D025-4FDB-AA05-76DFDF62DE67}" type="presOf" srcId="{244D420B-4552-4CD2-BF0E-F263C97F9763}" destId="{C1D9CBBC-01B5-41FF-AF8B-863D279A1DD6}" srcOrd="0" destOrd="0" presId="urn:microsoft.com/office/officeart/2016/7/layout/RepeatingBendingProcessNew"/>
    <dgm:cxn modelId="{A09CB6BF-223D-4116-8E58-A2A26007EC23}" srcId="{244D420B-4552-4CD2-BF0E-F263C97F9763}" destId="{18FBBB84-4D45-446C-958F-2B6AB7878178}" srcOrd="3" destOrd="0" parTransId="{D21C3202-3960-4BB9-850D-E59221777FDF}" sibTransId="{A2550617-499C-4774-A871-5895F0F20514}"/>
    <dgm:cxn modelId="{A07FC4BF-7B14-47B8-BB4A-1AFBC51F9F98}" type="presOf" srcId="{E640E332-FF1D-4C6C-B38B-44D732AE93E2}" destId="{73AD20F0-0ADE-4C96-A019-84D9BFD5A609}" srcOrd="0" destOrd="0" presId="urn:microsoft.com/office/officeart/2016/7/layout/RepeatingBendingProcessNew"/>
    <dgm:cxn modelId="{9D1DBBDA-F8FC-446F-B6BE-A6B93E1272BD}" type="presOf" srcId="{A2550617-499C-4774-A871-5895F0F20514}" destId="{72193E56-17A1-436E-8B6D-67FC39E6C00F}" srcOrd="1" destOrd="0" presId="urn:microsoft.com/office/officeart/2016/7/layout/RepeatingBendingProcessNew"/>
    <dgm:cxn modelId="{29965BE2-7E51-45EE-8B33-D6938339C97D}" type="presOf" srcId="{97794CE7-B1C4-4180-9D2F-769F7223DEE1}" destId="{874A559D-37BC-42B1-88FF-7A7866EA2981}" srcOrd="1" destOrd="0" presId="urn:microsoft.com/office/officeart/2016/7/layout/RepeatingBendingProcessNew"/>
    <dgm:cxn modelId="{D1DF12E3-652C-43C7-A797-3E652E983F50}" type="presOf" srcId="{CEC35EF9-C8E1-489C-8499-1D12FAFF4854}" destId="{42886AF3-062E-4CA9-B232-BE5668A3DF0C}" srcOrd="0" destOrd="0" presId="urn:microsoft.com/office/officeart/2016/7/layout/RepeatingBendingProcessNew"/>
    <dgm:cxn modelId="{5E3E53F8-E82A-4EE2-90D6-062680C8AA73}" type="presOf" srcId="{A2550617-499C-4774-A871-5895F0F20514}" destId="{A8FC2C8C-63E0-4610-BBB7-567026B359DB}" srcOrd="0" destOrd="0" presId="urn:microsoft.com/office/officeart/2016/7/layout/RepeatingBendingProcessNew"/>
    <dgm:cxn modelId="{868C5756-4B83-4A64-A8C7-8A4C86A5FFD1}" type="presParOf" srcId="{C1D9CBBC-01B5-41FF-AF8B-863D279A1DD6}" destId="{73AD20F0-0ADE-4C96-A019-84D9BFD5A609}" srcOrd="0" destOrd="0" presId="urn:microsoft.com/office/officeart/2016/7/layout/RepeatingBendingProcessNew"/>
    <dgm:cxn modelId="{6C8DC977-B4E1-497B-9269-71379893C7F9}" type="presParOf" srcId="{C1D9CBBC-01B5-41FF-AF8B-863D279A1DD6}" destId="{20F41B75-B5BB-441D-ACA4-F1909858A56E}" srcOrd="1" destOrd="0" presId="urn:microsoft.com/office/officeart/2016/7/layout/RepeatingBendingProcessNew"/>
    <dgm:cxn modelId="{D2AD3AB7-D2A0-42D5-944E-8DBE6073BE45}" type="presParOf" srcId="{20F41B75-B5BB-441D-ACA4-F1909858A56E}" destId="{0964A0DD-45A6-4B97-8E60-2BB0DFA4556E}" srcOrd="0" destOrd="0" presId="urn:microsoft.com/office/officeart/2016/7/layout/RepeatingBendingProcessNew"/>
    <dgm:cxn modelId="{852523ED-D983-40B9-ADD8-5C6A229E5C51}" type="presParOf" srcId="{C1D9CBBC-01B5-41FF-AF8B-863D279A1DD6}" destId="{91135425-E5FF-42DF-862D-887847EBF217}" srcOrd="2" destOrd="0" presId="urn:microsoft.com/office/officeart/2016/7/layout/RepeatingBendingProcessNew"/>
    <dgm:cxn modelId="{30314A2B-17BC-44BB-8972-D2391BF6804F}" type="presParOf" srcId="{C1D9CBBC-01B5-41FF-AF8B-863D279A1DD6}" destId="{36D420F4-B378-4FBB-B0EF-EE4B670D2C57}" srcOrd="3" destOrd="0" presId="urn:microsoft.com/office/officeart/2016/7/layout/RepeatingBendingProcessNew"/>
    <dgm:cxn modelId="{487919A7-12EF-4C5A-A490-46DA0C341369}" type="presParOf" srcId="{36D420F4-B378-4FBB-B0EF-EE4B670D2C57}" destId="{874A559D-37BC-42B1-88FF-7A7866EA2981}" srcOrd="0" destOrd="0" presId="urn:microsoft.com/office/officeart/2016/7/layout/RepeatingBendingProcessNew"/>
    <dgm:cxn modelId="{BBB120A6-8776-4BA7-A490-EC61FFF4A18C}" type="presParOf" srcId="{C1D9CBBC-01B5-41FF-AF8B-863D279A1DD6}" destId="{46FB700A-4687-465A-B6FA-6C9EE1B51842}" srcOrd="4" destOrd="0" presId="urn:microsoft.com/office/officeart/2016/7/layout/RepeatingBendingProcessNew"/>
    <dgm:cxn modelId="{A7461FD9-63E8-409B-8D7C-B05DBBFAEB70}" type="presParOf" srcId="{C1D9CBBC-01B5-41FF-AF8B-863D279A1DD6}" destId="{DE2E1958-3052-4D81-981D-1501FA93D15A}" srcOrd="5" destOrd="0" presId="urn:microsoft.com/office/officeart/2016/7/layout/RepeatingBendingProcessNew"/>
    <dgm:cxn modelId="{B2ABF312-7F83-4334-A0AC-E4C119DC7C1E}" type="presParOf" srcId="{DE2E1958-3052-4D81-981D-1501FA93D15A}" destId="{80D38DFB-76C3-4932-9E85-788F2A6C8F51}" srcOrd="0" destOrd="0" presId="urn:microsoft.com/office/officeart/2016/7/layout/RepeatingBendingProcessNew"/>
    <dgm:cxn modelId="{FCA44BF2-ED36-449D-A96A-11AC52DAA829}" type="presParOf" srcId="{C1D9CBBC-01B5-41FF-AF8B-863D279A1DD6}" destId="{C7F31640-2D35-4755-B50E-C4D7A8845AFC}" srcOrd="6" destOrd="0" presId="urn:microsoft.com/office/officeart/2016/7/layout/RepeatingBendingProcessNew"/>
    <dgm:cxn modelId="{DB6F9DA6-3B61-4E22-ACBF-B0F0CB41CA9F}" type="presParOf" srcId="{C1D9CBBC-01B5-41FF-AF8B-863D279A1DD6}" destId="{A8FC2C8C-63E0-4610-BBB7-567026B359DB}" srcOrd="7" destOrd="0" presId="urn:microsoft.com/office/officeart/2016/7/layout/RepeatingBendingProcessNew"/>
    <dgm:cxn modelId="{E4719233-097F-4AC8-9E35-BC5E3F1B19D5}" type="presParOf" srcId="{A8FC2C8C-63E0-4610-BBB7-567026B359DB}" destId="{72193E56-17A1-436E-8B6D-67FC39E6C00F}" srcOrd="0" destOrd="0" presId="urn:microsoft.com/office/officeart/2016/7/layout/RepeatingBendingProcessNew"/>
    <dgm:cxn modelId="{0382607E-066B-4222-8880-1EDEBB9FCC5A}" type="presParOf" srcId="{C1D9CBBC-01B5-41FF-AF8B-863D279A1DD6}" destId="{42886AF3-062E-4CA9-B232-BE5668A3DF0C}" srcOrd="8" destOrd="0" presId="urn:microsoft.com/office/officeart/2016/7/layout/RepeatingBendingProcessNew"/>
    <dgm:cxn modelId="{330A0D4E-9E82-41CA-9F16-A9FB06019AE2}" type="presParOf" srcId="{C1D9CBBC-01B5-41FF-AF8B-863D279A1DD6}" destId="{9E559434-751F-492D-ACF2-83ADE0358E68}" srcOrd="9" destOrd="0" presId="urn:microsoft.com/office/officeart/2016/7/layout/RepeatingBendingProcessNew"/>
    <dgm:cxn modelId="{05E03132-5B70-401B-8393-2810A9E166A1}" type="presParOf" srcId="{9E559434-751F-492D-ACF2-83ADE0358E68}" destId="{4FEA30F5-8FD5-4845-8EC6-703595BD1BCC}" srcOrd="0" destOrd="0" presId="urn:microsoft.com/office/officeart/2016/7/layout/RepeatingBendingProcessNew"/>
    <dgm:cxn modelId="{9B12DFB7-5794-4194-AA25-EF6B9348B5ED}" type="presParOf" srcId="{C1D9CBBC-01B5-41FF-AF8B-863D279A1DD6}" destId="{5B8AA4CD-3B58-4EA7-8675-7F73AAEE2A79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A0EB1F9-D647-4707-AB11-6422DBFC453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BF28DFA-2AA9-48D1-AE10-C1262AAF5B70}">
      <dgm:prSet/>
      <dgm:spPr/>
      <dgm:t>
        <a:bodyPr/>
        <a:lstStyle/>
        <a:p>
          <a:r>
            <a:rPr lang="en-US" b="0" i="0" baseline="0"/>
            <a:t>Input: Financial News + Commodity Indicators</a:t>
          </a:r>
          <a:endParaRPr lang="en-US"/>
        </a:p>
      </dgm:t>
    </dgm:pt>
    <dgm:pt modelId="{7328279D-CB80-4A5F-827D-F9C6925B0C92}" type="parTrans" cxnId="{9D640D68-6AEF-4D1B-AE33-F3B4437617BE}">
      <dgm:prSet/>
      <dgm:spPr/>
      <dgm:t>
        <a:bodyPr/>
        <a:lstStyle/>
        <a:p>
          <a:endParaRPr lang="en-US"/>
        </a:p>
      </dgm:t>
    </dgm:pt>
    <dgm:pt modelId="{0BBD5EF1-7026-4BA7-B037-B7C68A993027}" type="sibTrans" cxnId="{9D640D68-6AEF-4D1B-AE33-F3B4437617BE}">
      <dgm:prSet/>
      <dgm:spPr/>
      <dgm:t>
        <a:bodyPr/>
        <a:lstStyle/>
        <a:p>
          <a:endParaRPr lang="en-US"/>
        </a:p>
      </dgm:t>
    </dgm:pt>
    <dgm:pt modelId="{FBF2F2EE-2232-4997-A404-859CBA29308C}">
      <dgm:prSet/>
      <dgm:spPr/>
      <dgm:t>
        <a:bodyPr/>
        <a:lstStyle/>
        <a:p>
          <a:r>
            <a:rPr lang="en-US" b="0" i="0" baseline="0"/>
            <a:t>NLP Engine: Preprocessing → Sentiment Extraction</a:t>
          </a:r>
          <a:endParaRPr lang="en-US"/>
        </a:p>
      </dgm:t>
    </dgm:pt>
    <dgm:pt modelId="{66A1C19C-DD4C-46BC-9BF5-3DB311DCEB24}" type="parTrans" cxnId="{2A53D53D-009F-4BE3-9A98-57F9EE4A082E}">
      <dgm:prSet/>
      <dgm:spPr/>
      <dgm:t>
        <a:bodyPr/>
        <a:lstStyle/>
        <a:p>
          <a:endParaRPr lang="en-US"/>
        </a:p>
      </dgm:t>
    </dgm:pt>
    <dgm:pt modelId="{D12F6D6B-5154-45FB-8675-4878506C51A8}" type="sibTrans" cxnId="{2A53D53D-009F-4BE3-9A98-57F9EE4A082E}">
      <dgm:prSet/>
      <dgm:spPr/>
      <dgm:t>
        <a:bodyPr/>
        <a:lstStyle/>
        <a:p>
          <a:endParaRPr lang="en-US"/>
        </a:p>
      </dgm:t>
    </dgm:pt>
    <dgm:pt modelId="{6F0C6C8A-52B2-42E6-8DA0-F37285D8647F}">
      <dgm:prSet/>
      <dgm:spPr/>
      <dgm:t>
        <a:bodyPr/>
        <a:lstStyle/>
        <a:p>
          <a:r>
            <a:rPr lang="en-US" b="0" i="0" baseline="0"/>
            <a:t>Data Mapping Layer: Alignment with gold prices</a:t>
          </a:r>
          <a:endParaRPr lang="en-US"/>
        </a:p>
      </dgm:t>
    </dgm:pt>
    <dgm:pt modelId="{E714AAAC-F90A-45E7-9593-1191801831A4}" type="parTrans" cxnId="{F2ABAE80-52C4-475D-B9CA-F8B903DA579E}">
      <dgm:prSet/>
      <dgm:spPr/>
      <dgm:t>
        <a:bodyPr/>
        <a:lstStyle/>
        <a:p>
          <a:endParaRPr lang="en-US"/>
        </a:p>
      </dgm:t>
    </dgm:pt>
    <dgm:pt modelId="{037672FB-C1B8-4B60-8A00-8F12CB661B44}" type="sibTrans" cxnId="{F2ABAE80-52C4-475D-B9CA-F8B903DA579E}">
      <dgm:prSet/>
      <dgm:spPr/>
      <dgm:t>
        <a:bodyPr/>
        <a:lstStyle/>
        <a:p>
          <a:endParaRPr lang="en-US"/>
        </a:p>
      </dgm:t>
    </dgm:pt>
    <dgm:pt modelId="{A4ADEC55-14D6-46B4-AA43-0FA18E66C50F}">
      <dgm:prSet/>
      <dgm:spPr/>
      <dgm:t>
        <a:bodyPr/>
        <a:lstStyle/>
        <a:p>
          <a:r>
            <a:rPr lang="en-US" b="0" i="0" baseline="0"/>
            <a:t>Visualization Layer: Graphs, trends, correlations</a:t>
          </a:r>
          <a:endParaRPr lang="en-US"/>
        </a:p>
      </dgm:t>
    </dgm:pt>
    <dgm:pt modelId="{8B490E2D-F1AA-4C4C-B256-8E7A88C73B6B}" type="parTrans" cxnId="{1893F7D3-DF60-47A7-9DF0-986D3CAA8F2B}">
      <dgm:prSet/>
      <dgm:spPr/>
      <dgm:t>
        <a:bodyPr/>
        <a:lstStyle/>
        <a:p>
          <a:endParaRPr lang="en-US"/>
        </a:p>
      </dgm:t>
    </dgm:pt>
    <dgm:pt modelId="{0FCA3655-9707-4359-844F-B92F15A5A1BC}" type="sibTrans" cxnId="{1893F7D3-DF60-47A7-9DF0-986D3CAA8F2B}">
      <dgm:prSet/>
      <dgm:spPr/>
      <dgm:t>
        <a:bodyPr/>
        <a:lstStyle/>
        <a:p>
          <a:endParaRPr lang="en-US"/>
        </a:p>
      </dgm:t>
    </dgm:pt>
    <dgm:pt modelId="{FB0364B8-3B01-46EB-A49E-F8A68AC12377}">
      <dgm:prSet/>
      <dgm:spPr/>
      <dgm:t>
        <a:bodyPr/>
        <a:lstStyle/>
        <a:p>
          <a:r>
            <a:rPr lang="en-US" b="0" i="0" baseline="0"/>
            <a:t>Future Forecasting Layer: LSTM/Prophet (planned)</a:t>
          </a:r>
          <a:endParaRPr lang="en-US"/>
        </a:p>
      </dgm:t>
    </dgm:pt>
    <dgm:pt modelId="{0BC97963-95B4-4779-8EF3-5296ED1442B5}" type="parTrans" cxnId="{219E5367-465A-4417-AFD8-22EF972B8CAE}">
      <dgm:prSet/>
      <dgm:spPr/>
      <dgm:t>
        <a:bodyPr/>
        <a:lstStyle/>
        <a:p>
          <a:endParaRPr lang="en-US"/>
        </a:p>
      </dgm:t>
    </dgm:pt>
    <dgm:pt modelId="{F77D7B72-6994-4651-BE81-31DCF7C9CB85}" type="sibTrans" cxnId="{219E5367-465A-4417-AFD8-22EF972B8CAE}">
      <dgm:prSet/>
      <dgm:spPr/>
      <dgm:t>
        <a:bodyPr/>
        <a:lstStyle/>
        <a:p>
          <a:endParaRPr lang="en-US"/>
        </a:p>
      </dgm:t>
    </dgm:pt>
    <dgm:pt modelId="{5B46A671-2223-4371-B312-4916801C038E}" type="pres">
      <dgm:prSet presAssocID="{8A0EB1F9-D647-4707-AB11-6422DBFC453E}" presName="root" presStyleCnt="0">
        <dgm:presLayoutVars>
          <dgm:dir/>
          <dgm:resizeHandles val="exact"/>
        </dgm:presLayoutVars>
      </dgm:prSet>
      <dgm:spPr/>
    </dgm:pt>
    <dgm:pt modelId="{B16F24F1-B8B0-492C-8299-C85CDDB92FE7}" type="pres">
      <dgm:prSet presAssocID="{7BF28DFA-2AA9-48D1-AE10-C1262AAF5B70}" presName="compNode" presStyleCnt="0"/>
      <dgm:spPr/>
    </dgm:pt>
    <dgm:pt modelId="{0611667F-84DB-4255-BB29-A94C896EA5B4}" type="pres">
      <dgm:prSet presAssocID="{7BF28DFA-2AA9-48D1-AE10-C1262AAF5B70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BBBF7AC7-0EDD-420C-A3CC-2A75616FE7F4}" type="pres">
      <dgm:prSet presAssocID="{7BF28DFA-2AA9-48D1-AE10-C1262AAF5B70}" presName="spaceRect" presStyleCnt="0"/>
      <dgm:spPr/>
    </dgm:pt>
    <dgm:pt modelId="{297FCF7F-31DE-41C3-8C6E-A48107F04870}" type="pres">
      <dgm:prSet presAssocID="{7BF28DFA-2AA9-48D1-AE10-C1262AAF5B70}" presName="textRect" presStyleLbl="revTx" presStyleIdx="0" presStyleCnt="5">
        <dgm:presLayoutVars>
          <dgm:chMax val="1"/>
          <dgm:chPref val="1"/>
        </dgm:presLayoutVars>
      </dgm:prSet>
      <dgm:spPr/>
    </dgm:pt>
    <dgm:pt modelId="{ECD552D7-9BA3-44AC-AD7C-146486B42E74}" type="pres">
      <dgm:prSet presAssocID="{0BBD5EF1-7026-4BA7-B037-B7C68A993027}" presName="sibTrans" presStyleCnt="0"/>
      <dgm:spPr/>
    </dgm:pt>
    <dgm:pt modelId="{BC611518-69B5-478D-B709-271043531B0A}" type="pres">
      <dgm:prSet presAssocID="{FBF2F2EE-2232-4997-A404-859CBA29308C}" presName="compNode" presStyleCnt="0"/>
      <dgm:spPr/>
    </dgm:pt>
    <dgm:pt modelId="{B7756B8C-A1BE-4A88-8134-1849C35FFEA9}" type="pres">
      <dgm:prSet presAssocID="{FBF2F2EE-2232-4997-A404-859CBA29308C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F576C6A-5571-4351-8A97-CBA5A4841573}" type="pres">
      <dgm:prSet presAssocID="{FBF2F2EE-2232-4997-A404-859CBA29308C}" presName="spaceRect" presStyleCnt="0"/>
      <dgm:spPr/>
    </dgm:pt>
    <dgm:pt modelId="{98AC60C9-BFC7-45E9-AD88-9E247F0455F6}" type="pres">
      <dgm:prSet presAssocID="{FBF2F2EE-2232-4997-A404-859CBA29308C}" presName="textRect" presStyleLbl="revTx" presStyleIdx="1" presStyleCnt="5">
        <dgm:presLayoutVars>
          <dgm:chMax val="1"/>
          <dgm:chPref val="1"/>
        </dgm:presLayoutVars>
      </dgm:prSet>
      <dgm:spPr/>
    </dgm:pt>
    <dgm:pt modelId="{E4116CD2-B082-41BE-9643-DA5327730BEF}" type="pres">
      <dgm:prSet presAssocID="{D12F6D6B-5154-45FB-8675-4878506C51A8}" presName="sibTrans" presStyleCnt="0"/>
      <dgm:spPr/>
    </dgm:pt>
    <dgm:pt modelId="{E6299153-1514-4617-87B7-ECBBF06496D7}" type="pres">
      <dgm:prSet presAssocID="{6F0C6C8A-52B2-42E6-8DA0-F37285D8647F}" presName="compNode" presStyleCnt="0"/>
      <dgm:spPr/>
    </dgm:pt>
    <dgm:pt modelId="{3FC95DF6-ADB8-46E0-8AC8-02C686BCC617}" type="pres">
      <dgm:prSet presAssocID="{6F0C6C8A-52B2-42E6-8DA0-F37285D8647F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old bars"/>
        </a:ext>
      </dgm:extLst>
    </dgm:pt>
    <dgm:pt modelId="{0AF98FB6-8AE0-44B1-847C-D8EDE5018061}" type="pres">
      <dgm:prSet presAssocID="{6F0C6C8A-52B2-42E6-8DA0-F37285D8647F}" presName="spaceRect" presStyleCnt="0"/>
      <dgm:spPr/>
    </dgm:pt>
    <dgm:pt modelId="{3B3E8784-05D2-4FE0-8E35-3C2E9250B026}" type="pres">
      <dgm:prSet presAssocID="{6F0C6C8A-52B2-42E6-8DA0-F37285D8647F}" presName="textRect" presStyleLbl="revTx" presStyleIdx="2" presStyleCnt="5">
        <dgm:presLayoutVars>
          <dgm:chMax val="1"/>
          <dgm:chPref val="1"/>
        </dgm:presLayoutVars>
      </dgm:prSet>
      <dgm:spPr/>
    </dgm:pt>
    <dgm:pt modelId="{B6369440-1FA6-4373-AC8B-9EFE8A4D1CB2}" type="pres">
      <dgm:prSet presAssocID="{037672FB-C1B8-4B60-8A00-8F12CB661B44}" presName="sibTrans" presStyleCnt="0"/>
      <dgm:spPr/>
    </dgm:pt>
    <dgm:pt modelId="{10B94263-4CEB-43BE-892F-5B1E551094E7}" type="pres">
      <dgm:prSet presAssocID="{A4ADEC55-14D6-46B4-AA43-0FA18E66C50F}" presName="compNode" presStyleCnt="0"/>
      <dgm:spPr/>
    </dgm:pt>
    <dgm:pt modelId="{53AE0281-47B9-4A6C-8B89-F0E8A1EB0DAB}" type="pres">
      <dgm:prSet presAssocID="{A4ADEC55-14D6-46B4-AA43-0FA18E66C50F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E3C19AC-A787-41F3-A8A2-A84C71E3BBC3}" type="pres">
      <dgm:prSet presAssocID="{A4ADEC55-14D6-46B4-AA43-0FA18E66C50F}" presName="spaceRect" presStyleCnt="0"/>
      <dgm:spPr/>
    </dgm:pt>
    <dgm:pt modelId="{BE70B312-CC0F-40C8-82DF-198904CB509E}" type="pres">
      <dgm:prSet presAssocID="{A4ADEC55-14D6-46B4-AA43-0FA18E66C50F}" presName="textRect" presStyleLbl="revTx" presStyleIdx="3" presStyleCnt="5">
        <dgm:presLayoutVars>
          <dgm:chMax val="1"/>
          <dgm:chPref val="1"/>
        </dgm:presLayoutVars>
      </dgm:prSet>
      <dgm:spPr/>
    </dgm:pt>
    <dgm:pt modelId="{076283E7-62B3-481D-9FCB-9E35E7E9343E}" type="pres">
      <dgm:prSet presAssocID="{0FCA3655-9707-4359-844F-B92F15A5A1BC}" presName="sibTrans" presStyleCnt="0"/>
      <dgm:spPr/>
    </dgm:pt>
    <dgm:pt modelId="{E7977583-EC2C-4303-AC8C-C1AAC952F9FB}" type="pres">
      <dgm:prSet presAssocID="{FB0364B8-3B01-46EB-A49E-F8A68AC12377}" presName="compNode" presStyleCnt="0"/>
      <dgm:spPr/>
    </dgm:pt>
    <dgm:pt modelId="{EEB4D821-294C-41C6-884B-57FC841FED3C}" type="pres">
      <dgm:prSet presAssocID="{FB0364B8-3B01-46EB-A49E-F8A68AC12377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bow"/>
        </a:ext>
      </dgm:extLst>
    </dgm:pt>
    <dgm:pt modelId="{FDBECEBC-1A29-45D9-8CDA-8A9598DBA8EB}" type="pres">
      <dgm:prSet presAssocID="{FB0364B8-3B01-46EB-A49E-F8A68AC12377}" presName="spaceRect" presStyleCnt="0"/>
      <dgm:spPr/>
    </dgm:pt>
    <dgm:pt modelId="{DB9CB34F-6BE1-4AD8-A574-FCD5FD4DA63B}" type="pres">
      <dgm:prSet presAssocID="{FB0364B8-3B01-46EB-A49E-F8A68AC12377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A53D53D-009F-4BE3-9A98-57F9EE4A082E}" srcId="{8A0EB1F9-D647-4707-AB11-6422DBFC453E}" destId="{FBF2F2EE-2232-4997-A404-859CBA29308C}" srcOrd="1" destOrd="0" parTransId="{66A1C19C-DD4C-46BC-9BF5-3DB311DCEB24}" sibTransId="{D12F6D6B-5154-45FB-8675-4878506C51A8}"/>
    <dgm:cxn modelId="{219E5367-465A-4417-AFD8-22EF972B8CAE}" srcId="{8A0EB1F9-D647-4707-AB11-6422DBFC453E}" destId="{FB0364B8-3B01-46EB-A49E-F8A68AC12377}" srcOrd="4" destOrd="0" parTransId="{0BC97963-95B4-4779-8EF3-5296ED1442B5}" sibTransId="{F77D7B72-6994-4651-BE81-31DCF7C9CB85}"/>
    <dgm:cxn modelId="{9D640D68-6AEF-4D1B-AE33-F3B4437617BE}" srcId="{8A0EB1F9-D647-4707-AB11-6422DBFC453E}" destId="{7BF28DFA-2AA9-48D1-AE10-C1262AAF5B70}" srcOrd="0" destOrd="0" parTransId="{7328279D-CB80-4A5F-827D-F9C6925B0C92}" sibTransId="{0BBD5EF1-7026-4BA7-B037-B7C68A993027}"/>
    <dgm:cxn modelId="{E62B214A-8437-4B32-B5A2-D536CA4B822A}" type="presOf" srcId="{FB0364B8-3B01-46EB-A49E-F8A68AC12377}" destId="{DB9CB34F-6BE1-4AD8-A574-FCD5FD4DA63B}" srcOrd="0" destOrd="0" presId="urn:microsoft.com/office/officeart/2018/2/layout/IconLabelList"/>
    <dgm:cxn modelId="{3097086C-1EC0-4A9D-8F5F-50214A5DF279}" type="presOf" srcId="{8A0EB1F9-D647-4707-AB11-6422DBFC453E}" destId="{5B46A671-2223-4371-B312-4916801C038E}" srcOrd="0" destOrd="0" presId="urn:microsoft.com/office/officeart/2018/2/layout/IconLabelList"/>
    <dgm:cxn modelId="{3EE1A16E-2EDE-4CCC-90E0-D0AE76C55F41}" type="presOf" srcId="{A4ADEC55-14D6-46B4-AA43-0FA18E66C50F}" destId="{BE70B312-CC0F-40C8-82DF-198904CB509E}" srcOrd="0" destOrd="0" presId="urn:microsoft.com/office/officeart/2018/2/layout/IconLabelList"/>
    <dgm:cxn modelId="{F2ABAE80-52C4-475D-B9CA-F8B903DA579E}" srcId="{8A0EB1F9-D647-4707-AB11-6422DBFC453E}" destId="{6F0C6C8A-52B2-42E6-8DA0-F37285D8647F}" srcOrd="2" destOrd="0" parTransId="{E714AAAC-F90A-45E7-9593-1191801831A4}" sibTransId="{037672FB-C1B8-4B60-8A00-8F12CB661B44}"/>
    <dgm:cxn modelId="{6B2A0585-EBCF-4AC4-8DBC-5C8EF43085F4}" type="presOf" srcId="{6F0C6C8A-52B2-42E6-8DA0-F37285D8647F}" destId="{3B3E8784-05D2-4FE0-8E35-3C2E9250B026}" srcOrd="0" destOrd="0" presId="urn:microsoft.com/office/officeart/2018/2/layout/IconLabelList"/>
    <dgm:cxn modelId="{A798B4A0-7ED5-4BAC-BA1A-A131F53FE5A5}" type="presOf" srcId="{7BF28DFA-2AA9-48D1-AE10-C1262AAF5B70}" destId="{297FCF7F-31DE-41C3-8C6E-A48107F04870}" srcOrd="0" destOrd="0" presId="urn:microsoft.com/office/officeart/2018/2/layout/IconLabelList"/>
    <dgm:cxn modelId="{33428CC0-D969-431D-A762-4449204FDE3A}" type="presOf" srcId="{FBF2F2EE-2232-4997-A404-859CBA29308C}" destId="{98AC60C9-BFC7-45E9-AD88-9E247F0455F6}" srcOrd="0" destOrd="0" presId="urn:microsoft.com/office/officeart/2018/2/layout/IconLabelList"/>
    <dgm:cxn modelId="{1893F7D3-DF60-47A7-9DF0-986D3CAA8F2B}" srcId="{8A0EB1F9-D647-4707-AB11-6422DBFC453E}" destId="{A4ADEC55-14D6-46B4-AA43-0FA18E66C50F}" srcOrd="3" destOrd="0" parTransId="{8B490E2D-F1AA-4C4C-B256-8E7A88C73B6B}" sibTransId="{0FCA3655-9707-4359-844F-B92F15A5A1BC}"/>
    <dgm:cxn modelId="{D6D4F590-991E-4A8D-8AFE-B1D0FADE0E63}" type="presParOf" srcId="{5B46A671-2223-4371-B312-4916801C038E}" destId="{B16F24F1-B8B0-492C-8299-C85CDDB92FE7}" srcOrd="0" destOrd="0" presId="urn:microsoft.com/office/officeart/2018/2/layout/IconLabelList"/>
    <dgm:cxn modelId="{4DAFB261-E02A-4AD2-B478-7AFC40A0A1C6}" type="presParOf" srcId="{B16F24F1-B8B0-492C-8299-C85CDDB92FE7}" destId="{0611667F-84DB-4255-BB29-A94C896EA5B4}" srcOrd="0" destOrd="0" presId="urn:microsoft.com/office/officeart/2018/2/layout/IconLabelList"/>
    <dgm:cxn modelId="{D173CADF-DDE7-4FA8-A854-224299815053}" type="presParOf" srcId="{B16F24F1-B8B0-492C-8299-C85CDDB92FE7}" destId="{BBBF7AC7-0EDD-420C-A3CC-2A75616FE7F4}" srcOrd="1" destOrd="0" presId="urn:microsoft.com/office/officeart/2018/2/layout/IconLabelList"/>
    <dgm:cxn modelId="{D4846756-BF7C-4BAD-A947-B46B0304ABC9}" type="presParOf" srcId="{B16F24F1-B8B0-492C-8299-C85CDDB92FE7}" destId="{297FCF7F-31DE-41C3-8C6E-A48107F04870}" srcOrd="2" destOrd="0" presId="urn:microsoft.com/office/officeart/2018/2/layout/IconLabelList"/>
    <dgm:cxn modelId="{F0418885-B352-4C43-8311-C6C42CD08808}" type="presParOf" srcId="{5B46A671-2223-4371-B312-4916801C038E}" destId="{ECD552D7-9BA3-44AC-AD7C-146486B42E74}" srcOrd="1" destOrd="0" presId="urn:microsoft.com/office/officeart/2018/2/layout/IconLabelList"/>
    <dgm:cxn modelId="{0EE8C863-A49B-4584-8478-6C9FA400D8C4}" type="presParOf" srcId="{5B46A671-2223-4371-B312-4916801C038E}" destId="{BC611518-69B5-478D-B709-271043531B0A}" srcOrd="2" destOrd="0" presId="urn:microsoft.com/office/officeart/2018/2/layout/IconLabelList"/>
    <dgm:cxn modelId="{5CF1538A-9DF9-4A27-941A-81CB29DC6767}" type="presParOf" srcId="{BC611518-69B5-478D-B709-271043531B0A}" destId="{B7756B8C-A1BE-4A88-8134-1849C35FFEA9}" srcOrd="0" destOrd="0" presId="urn:microsoft.com/office/officeart/2018/2/layout/IconLabelList"/>
    <dgm:cxn modelId="{6B437D4F-BF93-4AEE-9441-0FF5DDC6BF6D}" type="presParOf" srcId="{BC611518-69B5-478D-B709-271043531B0A}" destId="{9F576C6A-5571-4351-8A97-CBA5A4841573}" srcOrd="1" destOrd="0" presId="urn:microsoft.com/office/officeart/2018/2/layout/IconLabelList"/>
    <dgm:cxn modelId="{2F2BB51C-F6C8-42E6-AC49-649FCA89EF50}" type="presParOf" srcId="{BC611518-69B5-478D-B709-271043531B0A}" destId="{98AC60C9-BFC7-45E9-AD88-9E247F0455F6}" srcOrd="2" destOrd="0" presId="urn:microsoft.com/office/officeart/2018/2/layout/IconLabelList"/>
    <dgm:cxn modelId="{DD5E7014-C844-46A7-994E-10C8585A434B}" type="presParOf" srcId="{5B46A671-2223-4371-B312-4916801C038E}" destId="{E4116CD2-B082-41BE-9643-DA5327730BEF}" srcOrd="3" destOrd="0" presId="urn:microsoft.com/office/officeart/2018/2/layout/IconLabelList"/>
    <dgm:cxn modelId="{EE7D8E81-8217-441A-80F7-11645B682E3B}" type="presParOf" srcId="{5B46A671-2223-4371-B312-4916801C038E}" destId="{E6299153-1514-4617-87B7-ECBBF06496D7}" srcOrd="4" destOrd="0" presId="urn:microsoft.com/office/officeart/2018/2/layout/IconLabelList"/>
    <dgm:cxn modelId="{078FDE2C-EF72-41B3-BFA4-2F883A323639}" type="presParOf" srcId="{E6299153-1514-4617-87B7-ECBBF06496D7}" destId="{3FC95DF6-ADB8-46E0-8AC8-02C686BCC617}" srcOrd="0" destOrd="0" presId="urn:microsoft.com/office/officeart/2018/2/layout/IconLabelList"/>
    <dgm:cxn modelId="{FF27C0C0-8627-4E4A-AA19-961FFF41805B}" type="presParOf" srcId="{E6299153-1514-4617-87B7-ECBBF06496D7}" destId="{0AF98FB6-8AE0-44B1-847C-D8EDE5018061}" srcOrd="1" destOrd="0" presId="urn:microsoft.com/office/officeart/2018/2/layout/IconLabelList"/>
    <dgm:cxn modelId="{4091E36F-01C9-4F0C-88AB-8A183108663E}" type="presParOf" srcId="{E6299153-1514-4617-87B7-ECBBF06496D7}" destId="{3B3E8784-05D2-4FE0-8E35-3C2E9250B026}" srcOrd="2" destOrd="0" presId="urn:microsoft.com/office/officeart/2018/2/layout/IconLabelList"/>
    <dgm:cxn modelId="{EEF7E1C5-282B-4E3A-AB27-87EB01FE145F}" type="presParOf" srcId="{5B46A671-2223-4371-B312-4916801C038E}" destId="{B6369440-1FA6-4373-AC8B-9EFE8A4D1CB2}" srcOrd="5" destOrd="0" presId="urn:microsoft.com/office/officeart/2018/2/layout/IconLabelList"/>
    <dgm:cxn modelId="{97FC968F-9E54-43AF-A955-F94C092932E6}" type="presParOf" srcId="{5B46A671-2223-4371-B312-4916801C038E}" destId="{10B94263-4CEB-43BE-892F-5B1E551094E7}" srcOrd="6" destOrd="0" presId="urn:microsoft.com/office/officeart/2018/2/layout/IconLabelList"/>
    <dgm:cxn modelId="{92513912-0D36-43A7-9A09-52A3887D291F}" type="presParOf" srcId="{10B94263-4CEB-43BE-892F-5B1E551094E7}" destId="{53AE0281-47B9-4A6C-8B89-F0E8A1EB0DAB}" srcOrd="0" destOrd="0" presId="urn:microsoft.com/office/officeart/2018/2/layout/IconLabelList"/>
    <dgm:cxn modelId="{E4E3E0E1-354E-41C5-9251-F7CB47A80126}" type="presParOf" srcId="{10B94263-4CEB-43BE-892F-5B1E551094E7}" destId="{DE3C19AC-A787-41F3-A8A2-A84C71E3BBC3}" srcOrd="1" destOrd="0" presId="urn:microsoft.com/office/officeart/2018/2/layout/IconLabelList"/>
    <dgm:cxn modelId="{6F7E8407-765F-4814-9343-BDC93210DEFA}" type="presParOf" srcId="{10B94263-4CEB-43BE-892F-5B1E551094E7}" destId="{BE70B312-CC0F-40C8-82DF-198904CB509E}" srcOrd="2" destOrd="0" presId="urn:microsoft.com/office/officeart/2018/2/layout/IconLabelList"/>
    <dgm:cxn modelId="{34C7D90C-F0C4-4E70-BC1F-1C14ADA2B2E8}" type="presParOf" srcId="{5B46A671-2223-4371-B312-4916801C038E}" destId="{076283E7-62B3-481D-9FCB-9E35E7E9343E}" srcOrd="7" destOrd="0" presId="urn:microsoft.com/office/officeart/2018/2/layout/IconLabelList"/>
    <dgm:cxn modelId="{9D8320F4-6AAA-466F-8999-9306156C7914}" type="presParOf" srcId="{5B46A671-2223-4371-B312-4916801C038E}" destId="{E7977583-EC2C-4303-AC8C-C1AAC952F9FB}" srcOrd="8" destOrd="0" presId="urn:microsoft.com/office/officeart/2018/2/layout/IconLabelList"/>
    <dgm:cxn modelId="{9F06FB5E-171A-4515-B3FB-7A0D7AEB4966}" type="presParOf" srcId="{E7977583-EC2C-4303-AC8C-C1AAC952F9FB}" destId="{EEB4D821-294C-41C6-884B-57FC841FED3C}" srcOrd="0" destOrd="0" presId="urn:microsoft.com/office/officeart/2018/2/layout/IconLabelList"/>
    <dgm:cxn modelId="{88139BC8-822B-4D68-A109-D424FF772327}" type="presParOf" srcId="{E7977583-EC2C-4303-AC8C-C1AAC952F9FB}" destId="{FDBECEBC-1A29-45D9-8CDA-8A9598DBA8EB}" srcOrd="1" destOrd="0" presId="urn:microsoft.com/office/officeart/2018/2/layout/IconLabelList"/>
    <dgm:cxn modelId="{835980F9-99AB-40C5-94C5-4E6CEB5DC610}" type="presParOf" srcId="{E7977583-EC2C-4303-AC8C-C1AAC952F9FB}" destId="{DB9CB34F-6BE1-4AD8-A574-FCD5FD4DA63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E6340A8-7637-476D-A591-175FA48C705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06CE290-E77F-42DA-A3A6-151DA7E629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1:Collect news + commodity data</a:t>
          </a:r>
          <a:endParaRPr lang="en-US" dirty="0"/>
        </a:p>
      </dgm:t>
    </dgm:pt>
    <dgm:pt modelId="{8B495AE0-00DA-4F2A-BF16-8DCC32A8E2DB}" type="parTrans" cxnId="{A89880A8-4E84-4083-854F-0E7A0022614A}">
      <dgm:prSet/>
      <dgm:spPr/>
      <dgm:t>
        <a:bodyPr/>
        <a:lstStyle/>
        <a:p>
          <a:endParaRPr lang="en-US"/>
        </a:p>
      </dgm:t>
    </dgm:pt>
    <dgm:pt modelId="{9BFADA37-5ADA-4AFD-A5CA-A7CC168F04D5}" type="sibTrans" cxnId="{A89880A8-4E84-4083-854F-0E7A0022614A}">
      <dgm:prSet/>
      <dgm:spPr/>
      <dgm:t>
        <a:bodyPr/>
        <a:lstStyle/>
        <a:p>
          <a:endParaRPr lang="en-US"/>
        </a:p>
      </dgm:t>
    </dgm:pt>
    <dgm:pt modelId="{81C81335-BB44-4F0E-9BFE-0726A28FCE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Phase 4: Data visualization</a:t>
          </a:r>
        </a:p>
      </dgm:t>
    </dgm:pt>
    <dgm:pt modelId="{85ECDE38-E99E-47CA-AB76-385DFE7BF68E}" type="parTrans" cxnId="{6B173CD7-C52A-4D10-AD8C-9945D45CCD03}">
      <dgm:prSet/>
      <dgm:spPr/>
      <dgm:t>
        <a:bodyPr/>
        <a:lstStyle/>
        <a:p>
          <a:endParaRPr lang="en-US"/>
        </a:p>
      </dgm:t>
    </dgm:pt>
    <dgm:pt modelId="{FA1B0632-1715-4C3D-9ACD-B25C704E685A}" type="sibTrans" cxnId="{6B173CD7-C52A-4D10-AD8C-9945D45CCD03}">
      <dgm:prSet/>
      <dgm:spPr/>
      <dgm:t>
        <a:bodyPr/>
        <a:lstStyle/>
        <a:p>
          <a:endParaRPr lang="en-US"/>
        </a:p>
      </dgm:t>
    </dgm:pt>
    <dgm:pt modelId="{9357A651-EFBA-4318-A0E9-92858753B0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Phase 5: Correlation analysis</a:t>
          </a:r>
        </a:p>
      </dgm:t>
    </dgm:pt>
    <dgm:pt modelId="{02A3CB69-5DCD-43B3-8390-67D75A824A0B}" type="parTrans" cxnId="{B28960B7-0CDE-4AB4-9801-0F2A1A05E5F6}">
      <dgm:prSet/>
      <dgm:spPr/>
      <dgm:t>
        <a:bodyPr/>
        <a:lstStyle/>
        <a:p>
          <a:endParaRPr lang="en-US"/>
        </a:p>
      </dgm:t>
    </dgm:pt>
    <dgm:pt modelId="{9705EAA6-7F4C-41A7-9CA8-AD6F39861DEB}" type="sibTrans" cxnId="{B28960B7-0CDE-4AB4-9801-0F2A1A05E5F6}">
      <dgm:prSet/>
      <dgm:spPr/>
      <dgm:t>
        <a:bodyPr/>
        <a:lstStyle/>
        <a:p>
          <a:endParaRPr lang="en-US"/>
        </a:p>
      </dgm:t>
    </dgm:pt>
    <dgm:pt modelId="{FA1A9C9D-94FB-41C2-9AED-877F112A2D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Phase 6: Model preparation </a:t>
          </a:r>
        </a:p>
      </dgm:t>
    </dgm:pt>
    <dgm:pt modelId="{84ABBA09-D50B-4EC8-A46F-7FFE483C2D66}" type="parTrans" cxnId="{5AA06E7E-B6B2-4DFA-8E94-EC228B845E5B}">
      <dgm:prSet/>
      <dgm:spPr/>
      <dgm:t>
        <a:bodyPr/>
        <a:lstStyle/>
        <a:p>
          <a:endParaRPr lang="en-US"/>
        </a:p>
      </dgm:t>
    </dgm:pt>
    <dgm:pt modelId="{2652AC95-25B3-4396-BB2E-381B2651AB73}" type="sibTrans" cxnId="{5AA06E7E-B6B2-4DFA-8E94-EC228B845E5B}">
      <dgm:prSet/>
      <dgm:spPr/>
      <dgm:t>
        <a:bodyPr/>
        <a:lstStyle/>
        <a:p>
          <a:endParaRPr lang="en-US"/>
        </a:p>
      </dgm:t>
    </dgm:pt>
    <dgm:pt modelId="{8B7E8DCA-E837-4043-8AB4-4072CAB482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2:Sentiment scoring </a:t>
          </a:r>
          <a:endParaRPr lang="en-US" dirty="0"/>
        </a:p>
      </dgm:t>
    </dgm:pt>
    <dgm:pt modelId="{290E3B89-189A-4FAF-B5BB-1DF9AA46594D}" type="parTrans" cxnId="{22FA2A45-1789-4EFE-983C-F5F84353BE62}">
      <dgm:prSet/>
      <dgm:spPr/>
      <dgm:t>
        <a:bodyPr/>
        <a:lstStyle/>
        <a:p>
          <a:endParaRPr lang="en-IN"/>
        </a:p>
      </dgm:t>
    </dgm:pt>
    <dgm:pt modelId="{2A6E4345-7A11-43D6-B8C1-A07FDD4092AF}" type="sibTrans" cxnId="{22FA2A45-1789-4EFE-983C-F5F84353BE62}">
      <dgm:prSet/>
      <dgm:spPr/>
      <dgm:t>
        <a:bodyPr/>
        <a:lstStyle/>
        <a:p>
          <a:endParaRPr lang="en-IN"/>
        </a:p>
      </dgm:t>
    </dgm:pt>
    <dgm:pt modelId="{E9C47E95-DADB-4D06-A215-638623993A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Phase 3: Align sentiment with price indicators</a:t>
          </a:r>
        </a:p>
      </dgm:t>
    </dgm:pt>
    <dgm:pt modelId="{B477AE0D-32DC-4151-B759-C67E41346362}" type="parTrans" cxnId="{2D3162ED-5202-4DEC-BD0F-ECCEA42A86B8}">
      <dgm:prSet/>
      <dgm:spPr/>
      <dgm:t>
        <a:bodyPr/>
        <a:lstStyle/>
        <a:p>
          <a:endParaRPr lang="en-IN"/>
        </a:p>
      </dgm:t>
    </dgm:pt>
    <dgm:pt modelId="{9C9DCEC2-E48F-44CA-B99C-47A819CC0DF4}" type="sibTrans" cxnId="{2D3162ED-5202-4DEC-BD0F-ECCEA42A86B8}">
      <dgm:prSet/>
      <dgm:spPr/>
      <dgm:t>
        <a:bodyPr/>
        <a:lstStyle/>
        <a:p>
          <a:endParaRPr lang="en-IN"/>
        </a:p>
      </dgm:t>
    </dgm:pt>
    <dgm:pt modelId="{99E9065C-F381-428C-8DDD-48D5878E8097}" type="pres">
      <dgm:prSet presAssocID="{5E6340A8-7637-476D-A591-175FA48C705F}" presName="root" presStyleCnt="0">
        <dgm:presLayoutVars>
          <dgm:dir/>
          <dgm:resizeHandles val="exact"/>
        </dgm:presLayoutVars>
      </dgm:prSet>
      <dgm:spPr/>
    </dgm:pt>
    <dgm:pt modelId="{CEB2DB55-4B4F-4ADA-B56B-D2F03C70A31E}" type="pres">
      <dgm:prSet presAssocID="{106CE290-E77F-42DA-A3A6-151DA7E62914}" presName="compNode" presStyleCnt="0"/>
      <dgm:spPr/>
    </dgm:pt>
    <dgm:pt modelId="{EFF67188-9D6E-44B3-9397-2A9CB3D9EE7D}" type="pres">
      <dgm:prSet presAssocID="{106CE290-E77F-42DA-A3A6-151DA7E62914}" presName="bgRect" presStyleLbl="bgShp" presStyleIdx="0" presStyleCnt="6"/>
      <dgm:spPr/>
    </dgm:pt>
    <dgm:pt modelId="{2424EEC3-CF2F-4B60-8AC3-05C0FBB0AEFB}" type="pres">
      <dgm:prSet presAssocID="{106CE290-E77F-42DA-A3A6-151DA7E62914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g"/>
        </a:ext>
      </dgm:extLst>
    </dgm:pt>
    <dgm:pt modelId="{72DB3AB1-E29C-4A26-8C01-F7620833BC75}" type="pres">
      <dgm:prSet presAssocID="{106CE290-E77F-42DA-A3A6-151DA7E62914}" presName="spaceRect" presStyleCnt="0"/>
      <dgm:spPr/>
    </dgm:pt>
    <dgm:pt modelId="{B34EC7B7-4FC3-4933-AA4E-E001301F3EE3}" type="pres">
      <dgm:prSet presAssocID="{106CE290-E77F-42DA-A3A6-151DA7E62914}" presName="parTx" presStyleLbl="revTx" presStyleIdx="0" presStyleCnt="6">
        <dgm:presLayoutVars>
          <dgm:chMax val="0"/>
          <dgm:chPref val="0"/>
        </dgm:presLayoutVars>
      </dgm:prSet>
      <dgm:spPr/>
    </dgm:pt>
    <dgm:pt modelId="{97F844FC-D6DA-457B-9CEF-A91697FC8E38}" type="pres">
      <dgm:prSet presAssocID="{9BFADA37-5ADA-4AFD-A5CA-A7CC168F04D5}" presName="sibTrans" presStyleCnt="0"/>
      <dgm:spPr/>
    </dgm:pt>
    <dgm:pt modelId="{D2659AAB-107C-4477-AF37-253102C29BA5}" type="pres">
      <dgm:prSet presAssocID="{8B7E8DCA-E837-4043-8AB4-4072CAB48255}" presName="compNode" presStyleCnt="0"/>
      <dgm:spPr/>
    </dgm:pt>
    <dgm:pt modelId="{57D7A20A-7007-4434-A88F-4C3EB978EEE3}" type="pres">
      <dgm:prSet presAssocID="{8B7E8DCA-E837-4043-8AB4-4072CAB48255}" presName="bgRect" presStyleLbl="bgShp" presStyleIdx="1" presStyleCnt="6"/>
      <dgm:spPr/>
    </dgm:pt>
    <dgm:pt modelId="{D28B0106-DD80-44BF-8482-858B2F91DE64}" type="pres">
      <dgm:prSet presAssocID="{8B7E8DCA-E837-4043-8AB4-4072CAB48255}" presName="iconRect" presStyleLbl="node1" presStyleIdx="1" presStyleCnt="6"/>
      <dgm:spPr/>
    </dgm:pt>
    <dgm:pt modelId="{BB965185-EC45-49E3-9CE8-E9FA1238F5F6}" type="pres">
      <dgm:prSet presAssocID="{8B7E8DCA-E837-4043-8AB4-4072CAB48255}" presName="spaceRect" presStyleCnt="0"/>
      <dgm:spPr/>
    </dgm:pt>
    <dgm:pt modelId="{F4591BC4-E37C-474C-B925-0FF63D3AD867}" type="pres">
      <dgm:prSet presAssocID="{8B7E8DCA-E837-4043-8AB4-4072CAB48255}" presName="parTx" presStyleLbl="revTx" presStyleIdx="1" presStyleCnt="6">
        <dgm:presLayoutVars>
          <dgm:chMax val="0"/>
          <dgm:chPref val="0"/>
        </dgm:presLayoutVars>
      </dgm:prSet>
      <dgm:spPr/>
    </dgm:pt>
    <dgm:pt modelId="{D0139E59-40E5-49C9-8B48-F62A6B1005BA}" type="pres">
      <dgm:prSet presAssocID="{2A6E4345-7A11-43D6-B8C1-A07FDD4092AF}" presName="sibTrans" presStyleCnt="0"/>
      <dgm:spPr/>
    </dgm:pt>
    <dgm:pt modelId="{94E3118F-C094-4329-B20D-1E703FDCC896}" type="pres">
      <dgm:prSet presAssocID="{E9C47E95-DADB-4D06-A215-638623993ACC}" presName="compNode" presStyleCnt="0"/>
      <dgm:spPr/>
    </dgm:pt>
    <dgm:pt modelId="{69866836-3A8E-4FB7-B7D0-24D00FD34C9C}" type="pres">
      <dgm:prSet presAssocID="{E9C47E95-DADB-4D06-A215-638623993ACC}" presName="bgRect" presStyleLbl="bgShp" presStyleIdx="2" presStyleCnt="6"/>
      <dgm:spPr/>
    </dgm:pt>
    <dgm:pt modelId="{7894E887-DADA-47CA-9EFE-690445D1C8AC}" type="pres">
      <dgm:prSet presAssocID="{E9C47E95-DADB-4D06-A215-638623993ACC}" presName="iconRect" presStyleLbl="node1" presStyleIdx="2" presStyleCnt="6"/>
      <dgm:spPr/>
    </dgm:pt>
    <dgm:pt modelId="{A37720EE-B5E0-44EE-9E90-44B4305022A6}" type="pres">
      <dgm:prSet presAssocID="{E9C47E95-DADB-4D06-A215-638623993ACC}" presName="spaceRect" presStyleCnt="0"/>
      <dgm:spPr/>
    </dgm:pt>
    <dgm:pt modelId="{68166D5D-BA1D-4E83-A0AE-2DE21FE54025}" type="pres">
      <dgm:prSet presAssocID="{E9C47E95-DADB-4D06-A215-638623993ACC}" presName="parTx" presStyleLbl="revTx" presStyleIdx="2" presStyleCnt="6">
        <dgm:presLayoutVars>
          <dgm:chMax val="0"/>
          <dgm:chPref val="0"/>
        </dgm:presLayoutVars>
      </dgm:prSet>
      <dgm:spPr/>
    </dgm:pt>
    <dgm:pt modelId="{71AAE2A4-5048-4AAD-9D62-77D08CF01E04}" type="pres">
      <dgm:prSet presAssocID="{9C9DCEC2-E48F-44CA-B99C-47A819CC0DF4}" presName="sibTrans" presStyleCnt="0"/>
      <dgm:spPr/>
    </dgm:pt>
    <dgm:pt modelId="{9D976DA0-D3FF-41C4-A2C0-F01C87CCC737}" type="pres">
      <dgm:prSet presAssocID="{81C81335-BB44-4F0E-9BFE-0726A28FCEB3}" presName="compNode" presStyleCnt="0"/>
      <dgm:spPr/>
    </dgm:pt>
    <dgm:pt modelId="{4DDEF995-5C8D-489D-93CA-FA0E2BF84958}" type="pres">
      <dgm:prSet presAssocID="{81C81335-BB44-4F0E-9BFE-0726A28FCEB3}" presName="bgRect" presStyleLbl="bgShp" presStyleIdx="3" presStyleCnt="6"/>
      <dgm:spPr/>
    </dgm:pt>
    <dgm:pt modelId="{A0B3ABF4-53D2-4E6D-8D12-CB682FBBCC02}" type="pres">
      <dgm:prSet presAssocID="{81C81335-BB44-4F0E-9BFE-0726A28FCEB3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F918C1B-8EE5-44A5-8DAC-5E18DCECC91C}" type="pres">
      <dgm:prSet presAssocID="{81C81335-BB44-4F0E-9BFE-0726A28FCEB3}" presName="spaceRect" presStyleCnt="0"/>
      <dgm:spPr/>
    </dgm:pt>
    <dgm:pt modelId="{A8AF2AF1-8A42-4544-B02D-4925225691D2}" type="pres">
      <dgm:prSet presAssocID="{81C81335-BB44-4F0E-9BFE-0726A28FCEB3}" presName="parTx" presStyleLbl="revTx" presStyleIdx="3" presStyleCnt="6">
        <dgm:presLayoutVars>
          <dgm:chMax val="0"/>
          <dgm:chPref val="0"/>
        </dgm:presLayoutVars>
      </dgm:prSet>
      <dgm:spPr/>
    </dgm:pt>
    <dgm:pt modelId="{BF3670F4-431B-4B82-AF25-CAE487CC19E1}" type="pres">
      <dgm:prSet presAssocID="{FA1B0632-1715-4C3D-9ACD-B25C704E685A}" presName="sibTrans" presStyleCnt="0"/>
      <dgm:spPr/>
    </dgm:pt>
    <dgm:pt modelId="{4196F8F3-BFCA-4CCB-994B-E0010BFE2FA3}" type="pres">
      <dgm:prSet presAssocID="{9357A651-EFBA-4318-A0E9-92858753B0D8}" presName="compNode" presStyleCnt="0"/>
      <dgm:spPr/>
    </dgm:pt>
    <dgm:pt modelId="{F241A47F-6940-48A0-9687-AFDA75BB9A6B}" type="pres">
      <dgm:prSet presAssocID="{9357A651-EFBA-4318-A0E9-92858753B0D8}" presName="bgRect" presStyleLbl="bgShp" presStyleIdx="4" presStyleCnt="6"/>
      <dgm:spPr/>
    </dgm:pt>
    <dgm:pt modelId="{58092CCC-1813-4516-A66B-5A6B67E8EF1C}" type="pres">
      <dgm:prSet presAssocID="{9357A651-EFBA-4318-A0E9-92858753B0D8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280286D9-31FE-4372-98F3-68A78D8F5F44}" type="pres">
      <dgm:prSet presAssocID="{9357A651-EFBA-4318-A0E9-92858753B0D8}" presName="spaceRect" presStyleCnt="0"/>
      <dgm:spPr/>
    </dgm:pt>
    <dgm:pt modelId="{38E02BA5-6CEF-442C-8058-8F7815C983D9}" type="pres">
      <dgm:prSet presAssocID="{9357A651-EFBA-4318-A0E9-92858753B0D8}" presName="parTx" presStyleLbl="revTx" presStyleIdx="4" presStyleCnt="6">
        <dgm:presLayoutVars>
          <dgm:chMax val="0"/>
          <dgm:chPref val="0"/>
        </dgm:presLayoutVars>
      </dgm:prSet>
      <dgm:spPr/>
    </dgm:pt>
    <dgm:pt modelId="{A53D7885-73BA-4CD0-AD57-6D0E2D1DF398}" type="pres">
      <dgm:prSet presAssocID="{9705EAA6-7F4C-41A7-9CA8-AD6F39861DEB}" presName="sibTrans" presStyleCnt="0"/>
      <dgm:spPr/>
    </dgm:pt>
    <dgm:pt modelId="{4181C753-1D56-47C8-B2D7-B69C84DC728F}" type="pres">
      <dgm:prSet presAssocID="{FA1A9C9D-94FB-41C2-9AED-877F112A2D95}" presName="compNode" presStyleCnt="0"/>
      <dgm:spPr/>
    </dgm:pt>
    <dgm:pt modelId="{02FB6E9E-B2DF-4D04-8721-C8F426845ADD}" type="pres">
      <dgm:prSet presAssocID="{FA1A9C9D-94FB-41C2-9AED-877F112A2D95}" presName="bgRect" presStyleLbl="bgShp" presStyleIdx="5" presStyleCnt="6"/>
      <dgm:spPr/>
    </dgm:pt>
    <dgm:pt modelId="{8DB649BC-6A54-48EA-AD79-A56D0D0E7FB9}" type="pres">
      <dgm:prSet presAssocID="{FA1A9C9D-94FB-41C2-9AED-877F112A2D95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1E4F950-AAC5-47DC-BCCD-908D473AB704}" type="pres">
      <dgm:prSet presAssocID="{FA1A9C9D-94FB-41C2-9AED-877F112A2D95}" presName="spaceRect" presStyleCnt="0"/>
      <dgm:spPr/>
    </dgm:pt>
    <dgm:pt modelId="{60BC880B-B479-42A9-9503-21A48BBA6D0A}" type="pres">
      <dgm:prSet presAssocID="{FA1A9C9D-94FB-41C2-9AED-877F112A2D95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94A05406-8AD2-4FA8-B2CD-C335704A173D}" type="presOf" srcId="{5E6340A8-7637-476D-A591-175FA48C705F}" destId="{99E9065C-F381-428C-8DDD-48D5878E8097}" srcOrd="0" destOrd="0" presId="urn:microsoft.com/office/officeart/2018/2/layout/IconVerticalSolidList"/>
    <dgm:cxn modelId="{22FA2A45-1789-4EFE-983C-F5F84353BE62}" srcId="{5E6340A8-7637-476D-A591-175FA48C705F}" destId="{8B7E8DCA-E837-4043-8AB4-4072CAB48255}" srcOrd="1" destOrd="0" parTransId="{290E3B89-189A-4FAF-B5BB-1DF9AA46594D}" sibTransId="{2A6E4345-7A11-43D6-B8C1-A07FDD4092AF}"/>
    <dgm:cxn modelId="{93A62B72-41C1-441A-9C73-A9D42B06323C}" type="presOf" srcId="{9357A651-EFBA-4318-A0E9-92858753B0D8}" destId="{38E02BA5-6CEF-442C-8058-8F7815C983D9}" srcOrd="0" destOrd="0" presId="urn:microsoft.com/office/officeart/2018/2/layout/IconVerticalSolidList"/>
    <dgm:cxn modelId="{4A2A2177-A8CB-4F3A-B14E-E7C79D41B21F}" type="presOf" srcId="{FA1A9C9D-94FB-41C2-9AED-877F112A2D95}" destId="{60BC880B-B479-42A9-9503-21A48BBA6D0A}" srcOrd="0" destOrd="0" presId="urn:microsoft.com/office/officeart/2018/2/layout/IconVerticalSolidList"/>
    <dgm:cxn modelId="{0140377D-B3BC-463C-8F5A-9F61E86B71D7}" type="presOf" srcId="{81C81335-BB44-4F0E-9BFE-0726A28FCEB3}" destId="{A8AF2AF1-8A42-4544-B02D-4925225691D2}" srcOrd="0" destOrd="0" presId="urn:microsoft.com/office/officeart/2018/2/layout/IconVerticalSolidList"/>
    <dgm:cxn modelId="{5AA06E7E-B6B2-4DFA-8E94-EC228B845E5B}" srcId="{5E6340A8-7637-476D-A591-175FA48C705F}" destId="{FA1A9C9D-94FB-41C2-9AED-877F112A2D95}" srcOrd="5" destOrd="0" parTransId="{84ABBA09-D50B-4EC8-A46F-7FFE483C2D66}" sibTransId="{2652AC95-25B3-4396-BB2E-381B2651AB73}"/>
    <dgm:cxn modelId="{5F5D9C86-FBE7-45D7-A4FA-EDBBD4418FC0}" type="presOf" srcId="{8B7E8DCA-E837-4043-8AB4-4072CAB48255}" destId="{F4591BC4-E37C-474C-B925-0FF63D3AD867}" srcOrd="0" destOrd="0" presId="urn:microsoft.com/office/officeart/2018/2/layout/IconVerticalSolidList"/>
    <dgm:cxn modelId="{A89880A8-4E84-4083-854F-0E7A0022614A}" srcId="{5E6340A8-7637-476D-A591-175FA48C705F}" destId="{106CE290-E77F-42DA-A3A6-151DA7E62914}" srcOrd="0" destOrd="0" parTransId="{8B495AE0-00DA-4F2A-BF16-8DCC32A8E2DB}" sibTransId="{9BFADA37-5ADA-4AFD-A5CA-A7CC168F04D5}"/>
    <dgm:cxn modelId="{B28960B7-0CDE-4AB4-9801-0F2A1A05E5F6}" srcId="{5E6340A8-7637-476D-A591-175FA48C705F}" destId="{9357A651-EFBA-4318-A0E9-92858753B0D8}" srcOrd="4" destOrd="0" parTransId="{02A3CB69-5DCD-43B3-8390-67D75A824A0B}" sibTransId="{9705EAA6-7F4C-41A7-9CA8-AD6F39861DEB}"/>
    <dgm:cxn modelId="{56294CBF-EAAE-4934-A9E2-D309F97B6F49}" type="presOf" srcId="{E9C47E95-DADB-4D06-A215-638623993ACC}" destId="{68166D5D-BA1D-4E83-A0AE-2DE21FE54025}" srcOrd="0" destOrd="0" presId="urn:microsoft.com/office/officeart/2018/2/layout/IconVerticalSolidList"/>
    <dgm:cxn modelId="{3451F3C1-B7A0-4163-BBAB-954DDB5921A2}" type="presOf" srcId="{106CE290-E77F-42DA-A3A6-151DA7E62914}" destId="{B34EC7B7-4FC3-4933-AA4E-E001301F3EE3}" srcOrd="0" destOrd="0" presId="urn:microsoft.com/office/officeart/2018/2/layout/IconVerticalSolidList"/>
    <dgm:cxn modelId="{6B173CD7-C52A-4D10-AD8C-9945D45CCD03}" srcId="{5E6340A8-7637-476D-A591-175FA48C705F}" destId="{81C81335-BB44-4F0E-9BFE-0726A28FCEB3}" srcOrd="3" destOrd="0" parTransId="{85ECDE38-E99E-47CA-AB76-385DFE7BF68E}" sibTransId="{FA1B0632-1715-4C3D-9ACD-B25C704E685A}"/>
    <dgm:cxn modelId="{2D3162ED-5202-4DEC-BD0F-ECCEA42A86B8}" srcId="{5E6340A8-7637-476D-A591-175FA48C705F}" destId="{E9C47E95-DADB-4D06-A215-638623993ACC}" srcOrd="2" destOrd="0" parTransId="{B477AE0D-32DC-4151-B759-C67E41346362}" sibTransId="{9C9DCEC2-E48F-44CA-B99C-47A819CC0DF4}"/>
    <dgm:cxn modelId="{FBA6FE7A-EBD7-40BF-9DE3-804B6242D6BA}" type="presParOf" srcId="{99E9065C-F381-428C-8DDD-48D5878E8097}" destId="{CEB2DB55-4B4F-4ADA-B56B-D2F03C70A31E}" srcOrd="0" destOrd="0" presId="urn:microsoft.com/office/officeart/2018/2/layout/IconVerticalSolidList"/>
    <dgm:cxn modelId="{9A66D9A4-D832-4CF3-8389-A0CA57E40550}" type="presParOf" srcId="{CEB2DB55-4B4F-4ADA-B56B-D2F03C70A31E}" destId="{EFF67188-9D6E-44B3-9397-2A9CB3D9EE7D}" srcOrd="0" destOrd="0" presId="urn:microsoft.com/office/officeart/2018/2/layout/IconVerticalSolidList"/>
    <dgm:cxn modelId="{0C544246-32C7-4ABF-8F95-7FD51A1864CF}" type="presParOf" srcId="{CEB2DB55-4B4F-4ADA-B56B-D2F03C70A31E}" destId="{2424EEC3-CF2F-4B60-8AC3-05C0FBB0AEFB}" srcOrd="1" destOrd="0" presId="urn:microsoft.com/office/officeart/2018/2/layout/IconVerticalSolidList"/>
    <dgm:cxn modelId="{AC037813-248D-4DCA-9924-3211BAF99D97}" type="presParOf" srcId="{CEB2DB55-4B4F-4ADA-B56B-D2F03C70A31E}" destId="{72DB3AB1-E29C-4A26-8C01-F7620833BC75}" srcOrd="2" destOrd="0" presId="urn:microsoft.com/office/officeart/2018/2/layout/IconVerticalSolidList"/>
    <dgm:cxn modelId="{7D86C680-3359-4D29-8E63-E60916E85B50}" type="presParOf" srcId="{CEB2DB55-4B4F-4ADA-B56B-D2F03C70A31E}" destId="{B34EC7B7-4FC3-4933-AA4E-E001301F3EE3}" srcOrd="3" destOrd="0" presId="urn:microsoft.com/office/officeart/2018/2/layout/IconVerticalSolidList"/>
    <dgm:cxn modelId="{EAC5C0EB-97DE-482A-996B-39CDD25A0C60}" type="presParOf" srcId="{99E9065C-F381-428C-8DDD-48D5878E8097}" destId="{97F844FC-D6DA-457B-9CEF-A91697FC8E38}" srcOrd="1" destOrd="0" presId="urn:microsoft.com/office/officeart/2018/2/layout/IconVerticalSolidList"/>
    <dgm:cxn modelId="{3D04380D-50BD-4AEE-8A26-54F762331B28}" type="presParOf" srcId="{99E9065C-F381-428C-8DDD-48D5878E8097}" destId="{D2659AAB-107C-4477-AF37-253102C29BA5}" srcOrd="2" destOrd="0" presId="urn:microsoft.com/office/officeart/2018/2/layout/IconVerticalSolidList"/>
    <dgm:cxn modelId="{A4C6C732-7F05-44E1-9DA5-F4D987C13EEC}" type="presParOf" srcId="{D2659AAB-107C-4477-AF37-253102C29BA5}" destId="{57D7A20A-7007-4434-A88F-4C3EB978EEE3}" srcOrd="0" destOrd="0" presId="urn:microsoft.com/office/officeart/2018/2/layout/IconVerticalSolidList"/>
    <dgm:cxn modelId="{2D38EEA9-B8D2-4468-B149-4921E2975972}" type="presParOf" srcId="{D2659AAB-107C-4477-AF37-253102C29BA5}" destId="{D28B0106-DD80-44BF-8482-858B2F91DE64}" srcOrd="1" destOrd="0" presId="urn:microsoft.com/office/officeart/2018/2/layout/IconVerticalSolidList"/>
    <dgm:cxn modelId="{C9B7569A-3A86-4A13-AE56-D803771546A1}" type="presParOf" srcId="{D2659AAB-107C-4477-AF37-253102C29BA5}" destId="{BB965185-EC45-49E3-9CE8-E9FA1238F5F6}" srcOrd="2" destOrd="0" presId="urn:microsoft.com/office/officeart/2018/2/layout/IconVerticalSolidList"/>
    <dgm:cxn modelId="{413A65BF-9D02-45F7-ADDB-BDCD3E9469E5}" type="presParOf" srcId="{D2659AAB-107C-4477-AF37-253102C29BA5}" destId="{F4591BC4-E37C-474C-B925-0FF63D3AD867}" srcOrd="3" destOrd="0" presId="urn:microsoft.com/office/officeart/2018/2/layout/IconVerticalSolidList"/>
    <dgm:cxn modelId="{51FDA4F8-1C4D-4F31-8BDC-B5BCF29D4918}" type="presParOf" srcId="{99E9065C-F381-428C-8DDD-48D5878E8097}" destId="{D0139E59-40E5-49C9-8B48-F62A6B1005BA}" srcOrd="3" destOrd="0" presId="urn:microsoft.com/office/officeart/2018/2/layout/IconVerticalSolidList"/>
    <dgm:cxn modelId="{086F7D70-E23A-474F-A5A4-7D73195210EB}" type="presParOf" srcId="{99E9065C-F381-428C-8DDD-48D5878E8097}" destId="{94E3118F-C094-4329-B20D-1E703FDCC896}" srcOrd="4" destOrd="0" presId="urn:microsoft.com/office/officeart/2018/2/layout/IconVerticalSolidList"/>
    <dgm:cxn modelId="{9F05BCAC-FBCD-4330-B39F-76636C69E77A}" type="presParOf" srcId="{94E3118F-C094-4329-B20D-1E703FDCC896}" destId="{69866836-3A8E-4FB7-B7D0-24D00FD34C9C}" srcOrd="0" destOrd="0" presId="urn:microsoft.com/office/officeart/2018/2/layout/IconVerticalSolidList"/>
    <dgm:cxn modelId="{1EBA5F01-FA1A-4646-951D-4FF8B151D323}" type="presParOf" srcId="{94E3118F-C094-4329-B20D-1E703FDCC896}" destId="{7894E887-DADA-47CA-9EFE-690445D1C8AC}" srcOrd="1" destOrd="0" presId="urn:microsoft.com/office/officeart/2018/2/layout/IconVerticalSolidList"/>
    <dgm:cxn modelId="{0FDC1639-BE2F-487C-B0BF-449A9337D56A}" type="presParOf" srcId="{94E3118F-C094-4329-B20D-1E703FDCC896}" destId="{A37720EE-B5E0-44EE-9E90-44B4305022A6}" srcOrd="2" destOrd="0" presId="urn:microsoft.com/office/officeart/2018/2/layout/IconVerticalSolidList"/>
    <dgm:cxn modelId="{22B1A7ED-0276-4F64-BC3F-665A25135A1D}" type="presParOf" srcId="{94E3118F-C094-4329-B20D-1E703FDCC896}" destId="{68166D5D-BA1D-4E83-A0AE-2DE21FE54025}" srcOrd="3" destOrd="0" presId="urn:microsoft.com/office/officeart/2018/2/layout/IconVerticalSolidList"/>
    <dgm:cxn modelId="{BBFA4211-B6E3-4C89-ACF5-EF939AA3E127}" type="presParOf" srcId="{99E9065C-F381-428C-8DDD-48D5878E8097}" destId="{71AAE2A4-5048-4AAD-9D62-77D08CF01E04}" srcOrd="5" destOrd="0" presId="urn:microsoft.com/office/officeart/2018/2/layout/IconVerticalSolidList"/>
    <dgm:cxn modelId="{7F1706D1-53C6-4C3F-8D40-B0C1F0C7B85F}" type="presParOf" srcId="{99E9065C-F381-428C-8DDD-48D5878E8097}" destId="{9D976DA0-D3FF-41C4-A2C0-F01C87CCC737}" srcOrd="6" destOrd="0" presId="urn:microsoft.com/office/officeart/2018/2/layout/IconVerticalSolidList"/>
    <dgm:cxn modelId="{01AA6C98-0123-42B5-841F-7FB50B7DA918}" type="presParOf" srcId="{9D976DA0-D3FF-41C4-A2C0-F01C87CCC737}" destId="{4DDEF995-5C8D-489D-93CA-FA0E2BF84958}" srcOrd="0" destOrd="0" presId="urn:microsoft.com/office/officeart/2018/2/layout/IconVerticalSolidList"/>
    <dgm:cxn modelId="{AFB0ADB0-4703-4E82-9EA2-13B198409F7B}" type="presParOf" srcId="{9D976DA0-D3FF-41C4-A2C0-F01C87CCC737}" destId="{A0B3ABF4-53D2-4E6D-8D12-CB682FBBCC02}" srcOrd="1" destOrd="0" presId="urn:microsoft.com/office/officeart/2018/2/layout/IconVerticalSolidList"/>
    <dgm:cxn modelId="{F50DFF75-E749-4C31-BD42-88478D44962E}" type="presParOf" srcId="{9D976DA0-D3FF-41C4-A2C0-F01C87CCC737}" destId="{2F918C1B-8EE5-44A5-8DAC-5E18DCECC91C}" srcOrd="2" destOrd="0" presId="urn:microsoft.com/office/officeart/2018/2/layout/IconVerticalSolidList"/>
    <dgm:cxn modelId="{9E8C027D-5DB7-41BD-B21D-BAB6BEB161AA}" type="presParOf" srcId="{9D976DA0-D3FF-41C4-A2C0-F01C87CCC737}" destId="{A8AF2AF1-8A42-4544-B02D-4925225691D2}" srcOrd="3" destOrd="0" presId="urn:microsoft.com/office/officeart/2018/2/layout/IconVerticalSolidList"/>
    <dgm:cxn modelId="{9E7A390C-30CD-4246-AC36-FBFF31178413}" type="presParOf" srcId="{99E9065C-F381-428C-8DDD-48D5878E8097}" destId="{BF3670F4-431B-4B82-AF25-CAE487CC19E1}" srcOrd="7" destOrd="0" presId="urn:microsoft.com/office/officeart/2018/2/layout/IconVerticalSolidList"/>
    <dgm:cxn modelId="{5581CBC2-3861-4187-8204-B533654308C6}" type="presParOf" srcId="{99E9065C-F381-428C-8DDD-48D5878E8097}" destId="{4196F8F3-BFCA-4CCB-994B-E0010BFE2FA3}" srcOrd="8" destOrd="0" presId="urn:microsoft.com/office/officeart/2018/2/layout/IconVerticalSolidList"/>
    <dgm:cxn modelId="{76D33026-1916-4BAB-96A1-AECB2DA4AA27}" type="presParOf" srcId="{4196F8F3-BFCA-4CCB-994B-E0010BFE2FA3}" destId="{F241A47F-6940-48A0-9687-AFDA75BB9A6B}" srcOrd="0" destOrd="0" presId="urn:microsoft.com/office/officeart/2018/2/layout/IconVerticalSolidList"/>
    <dgm:cxn modelId="{16EF3489-13C8-441B-A44C-D51D22A51236}" type="presParOf" srcId="{4196F8F3-BFCA-4CCB-994B-E0010BFE2FA3}" destId="{58092CCC-1813-4516-A66B-5A6B67E8EF1C}" srcOrd="1" destOrd="0" presId="urn:microsoft.com/office/officeart/2018/2/layout/IconVerticalSolidList"/>
    <dgm:cxn modelId="{F5D765E2-3286-4803-9FDC-58FD00F0EED8}" type="presParOf" srcId="{4196F8F3-BFCA-4CCB-994B-E0010BFE2FA3}" destId="{280286D9-31FE-4372-98F3-68A78D8F5F44}" srcOrd="2" destOrd="0" presId="urn:microsoft.com/office/officeart/2018/2/layout/IconVerticalSolidList"/>
    <dgm:cxn modelId="{C62DF4DB-BB98-4E0F-B8BB-02C04625DEE2}" type="presParOf" srcId="{4196F8F3-BFCA-4CCB-994B-E0010BFE2FA3}" destId="{38E02BA5-6CEF-442C-8058-8F7815C983D9}" srcOrd="3" destOrd="0" presId="urn:microsoft.com/office/officeart/2018/2/layout/IconVerticalSolidList"/>
    <dgm:cxn modelId="{D3755DE4-4060-4E7F-86E4-B5BE4D82EBAA}" type="presParOf" srcId="{99E9065C-F381-428C-8DDD-48D5878E8097}" destId="{A53D7885-73BA-4CD0-AD57-6D0E2D1DF398}" srcOrd="9" destOrd="0" presId="urn:microsoft.com/office/officeart/2018/2/layout/IconVerticalSolidList"/>
    <dgm:cxn modelId="{909FC109-C996-4149-99A6-DB787DC28264}" type="presParOf" srcId="{99E9065C-F381-428C-8DDD-48D5878E8097}" destId="{4181C753-1D56-47C8-B2D7-B69C84DC728F}" srcOrd="10" destOrd="0" presId="urn:microsoft.com/office/officeart/2018/2/layout/IconVerticalSolidList"/>
    <dgm:cxn modelId="{3F317AF6-F9EE-4A88-84A0-6B07733D2D0D}" type="presParOf" srcId="{4181C753-1D56-47C8-B2D7-B69C84DC728F}" destId="{02FB6E9E-B2DF-4D04-8721-C8F426845ADD}" srcOrd="0" destOrd="0" presId="urn:microsoft.com/office/officeart/2018/2/layout/IconVerticalSolidList"/>
    <dgm:cxn modelId="{E82DA40F-7312-4100-B54F-01F88F92079E}" type="presParOf" srcId="{4181C753-1D56-47C8-B2D7-B69C84DC728F}" destId="{8DB649BC-6A54-48EA-AD79-A56D0D0E7FB9}" srcOrd="1" destOrd="0" presId="urn:microsoft.com/office/officeart/2018/2/layout/IconVerticalSolidList"/>
    <dgm:cxn modelId="{9E01DBD3-8565-40D7-9E47-264599C15ABD}" type="presParOf" srcId="{4181C753-1D56-47C8-B2D7-B69C84DC728F}" destId="{61E4F950-AAC5-47DC-BCCD-908D473AB704}" srcOrd="2" destOrd="0" presId="urn:microsoft.com/office/officeart/2018/2/layout/IconVerticalSolidList"/>
    <dgm:cxn modelId="{2A6E6A2D-6B08-425E-8AAB-2C94F145A29F}" type="presParOf" srcId="{4181C753-1D56-47C8-B2D7-B69C84DC728F}" destId="{60BC880B-B479-42A9-9503-21A48BBA6D0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FAE5DCD-076C-494B-A0E1-500FCFD39536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242F4F-00CD-4069-95F9-C93DD9276BF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/>
            <a:t>Sentiment-linked dataset</a:t>
          </a:r>
          <a:endParaRPr lang="en-US"/>
        </a:p>
      </dgm:t>
    </dgm:pt>
    <dgm:pt modelId="{784B472A-1D43-49BC-A9E2-D8FA3CDCD8FE}" type="parTrans" cxnId="{8F0B85D1-89EA-4D24-930D-C69F90CD1D31}">
      <dgm:prSet/>
      <dgm:spPr/>
      <dgm:t>
        <a:bodyPr/>
        <a:lstStyle/>
        <a:p>
          <a:endParaRPr lang="en-US"/>
        </a:p>
      </dgm:t>
    </dgm:pt>
    <dgm:pt modelId="{97C6BD8F-D71B-4031-845D-19D1A166404A}" type="sibTrans" cxnId="{8F0B85D1-89EA-4D24-930D-C69F90CD1D31}">
      <dgm:prSet/>
      <dgm:spPr/>
      <dgm:t>
        <a:bodyPr/>
        <a:lstStyle/>
        <a:p>
          <a:endParaRPr lang="en-US"/>
        </a:p>
      </dgm:t>
    </dgm:pt>
    <dgm:pt modelId="{9D98A0DE-FAF1-4766-9866-79EA67FC7FF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/>
            <a:t>Clear visual trends</a:t>
          </a:r>
          <a:endParaRPr lang="en-US"/>
        </a:p>
      </dgm:t>
    </dgm:pt>
    <dgm:pt modelId="{E6738296-5391-41E5-BFBA-1A0EB51F0E2A}" type="parTrans" cxnId="{D5D47195-B26F-4193-9901-C1350BF1D19D}">
      <dgm:prSet/>
      <dgm:spPr/>
      <dgm:t>
        <a:bodyPr/>
        <a:lstStyle/>
        <a:p>
          <a:endParaRPr lang="en-US"/>
        </a:p>
      </dgm:t>
    </dgm:pt>
    <dgm:pt modelId="{63045F06-1665-4681-BF1D-01756C1D3E0F}" type="sibTrans" cxnId="{D5D47195-B26F-4193-9901-C1350BF1D19D}">
      <dgm:prSet/>
      <dgm:spPr/>
      <dgm:t>
        <a:bodyPr/>
        <a:lstStyle/>
        <a:p>
          <a:endParaRPr lang="en-US"/>
        </a:p>
      </dgm:t>
    </dgm:pt>
    <dgm:pt modelId="{0FEC7831-B9E8-4336-AB76-1E9AAE9F957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/>
            <a:t>Correlation insights</a:t>
          </a:r>
          <a:endParaRPr lang="en-US"/>
        </a:p>
      </dgm:t>
    </dgm:pt>
    <dgm:pt modelId="{A4600F8F-63DF-4B00-8A25-5CAF2EE4BD64}" type="parTrans" cxnId="{E69786EB-6D64-4D5C-837F-E380F22D2625}">
      <dgm:prSet/>
      <dgm:spPr/>
      <dgm:t>
        <a:bodyPr/>
        <a:lstStyle/>
        <a:p>
          <a:endParaRPr lang="en-US"/>
        </a:p>
      </dgm:t>
    </dgm:pt>
    <dgm:pt modelId="{CF67B90F-57C6-4214-B223-B0D013E2E5E9}" type="sibTrans" cxnId="{E69786EB-6D64-4D5C-837F-E380F22D2625}">
      <dgm:prSet/>
      <dgm:spPr/>
      <dgm:t>
        <a:bodyPr/>
        <a:lstStyle/>
        <a:p>
          <a:endParaRPr lang="en-US"/>
        </a:p>
      </dgm:t>
    </dgm:pt>
    <dgm:pt modelId="{030A2FD9-85A7-4F5C-932D-D712567897F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/>
            <a:t>Foundation for AI forecasting</a:t>
          </a:r>
          <a:endParaRPr lang="en-US"/>
        </a:p>
      </dgm:t>
    </dgm:pt>
    <dgm:pt modelId="{A831C06A-0FD1-4765-B92F-F300B1DD0B36}" type="parTrans" cxnId="{7269F052-06FF-4872-8357-DCC51023CE0D}">
      <dgm:prSet/>
      <dgm:spPr/>
      <dgm:t>
        <a:bodyPr/>
        <a:lstStyle/>
        <a:p>
          <a:endParaRPr lang="en-US"/>
        </a:p>
      </dgm:t>
    </dgm:pt>
    <dgm:pt modelId="{50E48653-5400-4412-BFB4-F3D44E15F495}" type="sibTrans" cxnId="{7269F052-06FF-4872-8357-DCC51023CE0D}">
      <dgm:prSet/>
      <dgm:spPr/>
      <dgm:t>
        <a:bodyPr/>
        <a:lstStyle/>
        <a:p>
          <a:endParaRPr lang="en-US"/>
        </a:p>
      </dgm:t>
    </dgm:pt>
    <dgm:pt modelId="{59F7AA78-1831-4002-8EA5-4B8317046A6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/>
            <a:t>Expandable into real-time system</a:t>
          </a:r>
          <a:endParaRPr lang="en-US"/>
        </a:p>
      </dgm:t>
    </dgm:pt>
    <dgm:pt modelId="{1F4B5625-7D7A-420F-A6FE-AC917A0CD8DB}" type="parTrans" cxnId="{935C4B9F-E414-4BE1-8000-5A0A8FD1FACF}">
      <dgm:prSet/>
      <dgm:spPr/>
      <dgm:t>
        <a:bodyPr/>
        <a:lstStyle/>
        <a:p>
          <a:endParaRPr lang="en-US"/>
        </a:p>
      </dgm:t>
    </dgm:pt>
    <dgm:pt modelId="{E604B6C9-B590-44D2-A765-395AF0D336F0}" type="sibTrans" cxnId="{935C4B9F-E414-4BE1-8000-5A0A8FD1FACF}">
      <dgm:prSet/>
      <dgm:spPr/>
      <dgm:t>
        <a:bodyPr/>
        <a:lstStyle/>
        <a:p>
          <a:endParaRPr lang="en-US"/>
        </a:p>
      </dgm:t>
    </dgm:pt>
    <dgm:pt modelId="{5B289673-BA0C-4722-B74B-99C232E0AB04}" type="pres">
      <dgm:prSet presAssocID="{CFAE5DCD-076C-494B-A0E1-500FCFD39536}" presName="root" presStyleCnt="0">
        <dgm:presLayoutVars>
          <dgm:dir/>
          <dgm:resizeHandles val="exact"/>
        </dgm:presLayoutVars>
      </dgm:prSet>
      <dgm:spPr/>
    </dgm:pt>
    <dgm:pt modelId="{2E93739C-388C-475E-ABD5-E378CC237FDE}" type="pres">
      <dgm:prSet presAssocID="{F4242F4F-00CD-4069-95F9-C93DD9276BF9}" presName="compNode" presStyleCnt="0"/>
      <dgm:spPr/>
    </dgm:pt>
    <dgm:pt modelId="{B9AE3D68-EC4A-4009-A40E-3FCDF9E01CBF}" type="pres">
      <dgm:prSet presAssocID="{F4242F4F-00CD-4069-95F9-C93DD9276BF9}" presName="iconBgRect" presStyleLbl="bgShp" presStyleIdx="0" presStyleCnt="5"/>
      <dgm:spPr/>
    </dgm:pt>
    <dgm:pt modelId="{D3B352D1-BB91-490E-A564-687A85FF62E8}" type="pres">
      <dgm:prSet presAssocID="{F4242F4F-00CD-4069-95F9-C93DD9276BF9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5223751-D456-4F96-AB44-3E839B67936C}" type="pres">
      <dgm:prSet presAssocID="{F4242F4F-00CD-4069-95F9-C93DD9276BF9}" presName="spaceRect" presStyleCnt="0"/>
      <dgm:spPr/>
    </dgm:pt>
    <dgm:pt modelId="{2083506E-7499-4537-B390-A4539F0C8C20}" type="pres">
      <dgm:prSet presAssocID="{F4242F4F-00CD-4069-95F9-C93DD9276BF9}" presName="textRect" presStyleLbl="revTx" presStyleIdx="0" presStyleCnt="5">
        <dgm:presLayoutVars>
          <dgm:chMax val="1"/>
          <dgm:chPref val="1"/>
        </dgm:presLayoutVars>
      </dgm:prSet>
      <dgm:spPr/>
    </dgm:pt>
    <dgm:pt modelId="{72457AC0-FF1D-4B78-9CE0-B554D611A72C}" type="pres">
      <dgm:prSet presAssocID="{97C6BD8F-D71B-4031-845D-19D1A166404A}" presName="sibTrans" presStyleCnt="0"/>
      <dgm:spPr/>
    </dgm:pt>
    <dgm:pt modelId="{93696335-855A-4C90-BD36-2612F16792D1}" type="pres">
      <dgm:prSet presAssocID="{9D98A0DE-FAF1-4766-9866-79EA67FC7FF3}" presName="compNode" presStyleCnt="0"/>
      <dgm:spPr/>
    </dgm:pt>
    <dgm:pt modelId="{8C87547A-1047-4B48-9DF5-1D333244B972}" type="pres">
      <dgm:prSet presAssocID="{9D98A0DE-FAF1-4766-9866-79EA67FC7FF3}" presName="iconBgRect" presStyleLbl="bgShp" presStyleIdx="1" presStyleCnt="5"/>
      <dgm:spPr/>
    </dgm:pt>
    <dgm:pt modelId="{E64A477B-880B-410A-981D-F5704E6A1A7D}" type="pres">
      <dgm:prSet presAssocID="{9D98A0DE-FAF1-4766-9866-79EA67FC7FF3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4938E964-EB4E-4198-A127-EF8D9F56625F}" type="pres">
      <dgm:prSet presAssocID="{9D98A0DE-FAF1-4766-9866-79EA67FC7FF3}" presName="spaceRect" presStyleCnt="0"/>
      <dgm:spPr/>
    </dgm:pt>
    <dgm:pt modelId="{D8CB861B-A48A-423C-B84D-6AE0FC35621B}" type="pres">
      <dgm:prSet presAssocID="{9D98A0DE-FAF1-4766-9866-79EA67FC7FF3}" presName="textRect" presStyleLbl="revTx" presStyleIdx="1" presStyleCnt="5">
        <dgm:presLayoutVars>
          <dgm:chMax val="1"/>
          <dgm:chPref val="1"/>
        </dgm:presLayoutVars>
      </dgm:prSet>
      <dgm:spPr/>
    </dgm:pt>
    <dgm:pt modelId="{052129DA-2766-4687-945F-40F7AC163137}" type="pres">
      <dgm:prSet presAssocID="{63045F06-1665-4681-BF1D-01756C1D3E0F}" presName="sibTrans" presStyleCnt="0"/>
      <dgm:spPr/>
    </dgm:pt>
    <dgm:pt modelId="{970E363E-1DCC-4ACE-839A-4A105CB03201}" type="pres">
      <dgm:prSet presAssocID="{0FEC7831-B9E8-4336-AB76-1E9AAE9F957F}" presName="compNode" presStyleCnt="0"/>
      <dgm:spPr/>
    </dgm:pt>
    <dgm:pt modelId="{5314E471-5528-4098-B92A-03B189F369BC}" type="pres">
      <dgm:prSet presAssocID="{0FEC7831-B9E8-4336-AB76-1E9AAE9F957F}" presName="iconBgRect" presStyleLbl="bgShp" presStyleIdx="2" presStyleCnt="5"/>
      <dgm:spPr/>
    </dgm:pt>
    <dgm:pt modelId="{F17F6C02-878D-4AEE-9C70-0DE71C36CB78}" type="pres">
      <dgm:prSet presAssocID="{0FEC7831-B9E8-4336-AB76-1E9AAE9F957F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A18E165-AF34-45C5-9AC3-60D1F3DE99B8}" type="pres">
      <dgm:prSet presAssocID="{0FEC7831-B9E8-4336-AB76-1E9AAE9F957F}" presName="spaceRect" presStyleCnt="0"/>
      <dgm:spPr/>
    </dgm:pt>
    <dgm:pt modelId="{F2F4C414-91B2-42B5-BC36-A761CAB038AE}" type="pres">
      <dgm:prSet presAssocID="{0FEC7831-B9E8-4336-AB76-1E9AAE9F957F}" presName="textRect" presStyleLbl="revTx" presStyleIdx="2" presStyleCnt="5">
        <dgm:presLayoutVars>
          <dgm:chMax val="1"/>
          <dgm:chPref val="1"/>
        </dgm:presLayoutVars>
      </dgm:prSet>
      <dgm:spPr/>
    </dgm:pt>
    <dgm:pt modelId="{86C1040D-310B-435C-BDA8-1A7A6848DC44}" type="pres">
      <dgm:prSet presAssocID="{CF67B90F-57C6-4214-B223-B0D013E2E5E9}" presName="sibTrans" presStyleCnt="0"/>
      <dgm:spPr/>
    </dgm:pt>
    <dgm:pt modelId="{0EA29121-7B24-48EE-B7E7-0D48C264E99E}" type="pres">
      <dgm:prSet presAssocID="{030A2FD9-85A7-4F5C-932D-D712567897FE}" presName="compNode" presStyleCnt="0"/>
      <dgm:spPr/>
    </dgm:pt>
    <dgm:pt modelId="{6C54709F-7C6D-4592-9DC6-808B3760240D}" type="pres">
      <dgm:prSet presAssocID="{030A2FD9-85A7-4F5C-932D-D712567897FE}" presName="iconBgRect" presStyleLbl="bgShp" presStyleIdx="3" presStyleCnt="5"/>
      <dgm:spPr/>
    </dgm:pt>
    <dgm:pt modelId="{5A82EBB7-F763-47AB-BA3D-CF1A774E46B0}" type="pres">
      <dgm:prSet presAssocID="{030A2FD9-85A7-4F5C-932D-D712567897FE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D278938-8D26-4499-B234-00E8E3607BC0}" type="pres">
      <dgm:prSet presAssocID="{030A2FD9-85A7-4F5C-932D-D712567897FE}" presName="spaceRect" presStyleCnt="0"/>
      <dgm:spPr/>
    </dgm:pt>
    <dgm:pt modelId="{69817AEB-3529-49FD-9C72-DDAAC9A505F0}" type="pres">
      <dgm:prSet presAssocID="{030A2FD9-85A7-4F5C-932D-D712567897FE}" presName="textRect" presStyleLbl="revTx" presStyleIdx="3" presStyleCnt="5">
        <dgm:presLayoutVars>
          <dgm:chMax val="1"/>
          <dgm:chPref val="1"/>
        </dgm:presLayoutVars>
      </dgm:prSet>
      <dgm:spPr/>
    </dgm:pt>
    <dgm:pt modelId="{DEC100D8-0EA7-4449-932E-BAE3ED07BCAB}" type="pres">
      <dgm:prSet presAssocID="{50E48653-5400-4412-BFB4-F3D44E15F495}" presName="sibTrans" presStyleCnt="0"/>
      <dgm:spPr/>
    </dgm:pt>
    <dgm:pt modelId="{F6C1B99C-F00B-4136-B3F6-7AD57FC6DE2F}" type="pres">
      <dgm:prSet presAssocID="{59F7AA78-1831-4002-8EA5-4B8317046A6D}" presName="compNode" presStyleCnt="0"/>
      <dgm:spPr/>
    </dgm:pt>
    <dgm:pt modelId="{15D2AE7C-2C7E-4B59-AA6B-77D742867CFE}" type="pres">
      <dgm:prSet presAssocID="{59F7AA78-1831-4002-8EA5-4B8317046A6D}" presName="iconBgRect" presStyleLbl="bgShp" presStyleIdx="4" presStyleCnt="5"/>
      <dgm:spPr/>
    </dgm:pt>
    <dgm:pt modelId="{BEDC8AB3-48DE-42B3-BAB3-C610DEA244D3}" type="pres">
      <dgm:prSet presAssocID="{59F7AA78-1831-4002-8EA5-4B8317046A6D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ximize"/>
        </a:ext>
      </dgm:extLst>
    </dgm:pt>
    <dgm:pt modelId="{916BE7A5-CA7A-4EA1-8AF6-849E39852C80}" type="pres">
      <dgm:prSet presAssocID="{59F7AA78-1831-4002-8EA5-4B8317046A6D}" presName="spaceRect" presStyleCnt="0"/>
      <dgm:spPr/>
    </dgm:pt>
    <dgm:pt modelId="{CC64110E-3B86-43FA-988B-AEEA994E74B0}" type="pres">
      <dgm:prSet presAssocID="{59F7AA78-1831-4002-8EA5-4B8317046A6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B472A11-956A-41B9-91F8-59B3A44639C3}" type="presOf" srcId="{F4242F4F-00CD-4069-95F9-C93DD9276BF9}" destId="{2083506E-7499-4537-B390-A4539F0C8C20}" srcOrd="0" destOrd="0" presId="urn:microsoft.com/office/officeart/2018/5/layout/IconCircleLabelList"/>
    <dgm:cxn modelId="{A5203E3A-CDD7-4011-BF71-EA9257A42AB1}" type="presOf" srcId="{030A2FD9-85A7-4F5C-932D-D712567897FE}" destId="{69817AEB-3529-49FD-9C72-DDAAC9A505F0}" srcOrd="0" destOrd="0" presId="urn:microsoft.com/office/officeart/2018/5/layout/IconCircleLabelList"/>
    <dgm:cxn modelId="{16ACA13D-A027-4AC5-BFA5-37543F74BE20}" type="presOf" srcId="{0FEC7831-B9E8-4336-AB76-1E9AAE9F957F}" destId="{F2F4C414-91B2-42B5-BC36-A761CAB038AE}" srcOrd="0" destOrd="0" presId="urn:microsoft.com/office/officeart/2018/5/layout/IconCircleLabelList"/>
    <dgm:cxn modelId="{2408D743-AFA8-4E29-8C9B-D9E8CF71FE85}" type="presOf" srcId="{59F7AA78-1831-4002-8EA5-4B8317046A6D}" destId="{CC64110E-3B86-43FA-988B-AEEA994E74B0}" srcOrd="0" destOrd="0" presId="urn:microsoft.com/office/officeart/2018/5/layout/IconCircleLabelList"/>
    <dgm:cxn modelId="{657CC84B-04DC-4CD7-B2E6-A7D93D1D6DB5}" type="presOf" srcId="{9D98A0DE-FAF1-4766-9866-79EA67FC7FF3}" destId="{D8CB861B-A48A-423C-B84D-6AE0FC35621B}" srcOrd="0" destOrd="0" presId="urn:microsoft.com/office/officeart/2018/5/layout/IconCircleLabelList"/>
    <dgm:cxn modelId="{7269F052-06FF-4872-8357-DCC51023CE0D}" srcId="{CFAE5DCD-076C-494B-A0E1-500FCFD39536}" destId="{030A2FD9-85A7-4F5C-932D-D712567897FE}" srcOrd="3" destOrd="0" parTransId="{A831C06A-0FD1-4765-B92F-F300B1DD0B36}" sibTransId="{50E48653-5400-4412-BFB4-F3D44E15F495}"/>
    <dgm:cxn modelId="{D5D47195-B26F-4193-9901-C1350BF1D19D}" srcId="{CFAE5DCD-076C-494B-A0E1-500FCFD39536}" destId="{9D98A0DE-FAF1-4766-9866-79EA67FC7FF3}" srcOrd="1" destOrd="0" parTransId="{E6738296-5391-41E5-BFBA-1A0EB51F0E2A}" sibTransId="{63045F06-1665-4681-BF1D-01756C1D3E0F}"/>
    <dgm:cxn modelId="{935C4B9F-E414-4BE1-8000-5A0A8FD1FACF}" srcId="{CFAE5DCD-076C-494B-A0E1-500FCFD39536}" destId="{59F7AA78-1831-4002-8EA5-4B8317046A6D}" srcOrd="4" destOrd="0" parTransId="{1F4B5625-7D7A-420F-A6FE-AC917A0CD8DB}" sibTransId="{E604B6C9-B590-44D2-A765-395AF0D336F0}"/>
    <dgm:cxn modelId="{628B26A2-64BF-4E59-B909-B4231FA1BAB3}" type="presOf" srcId="{CFAE5DCD-076C-494B-A0E1-500FCFD39536}" destId="{5B289673-BA0C-4722-B74B-99C232E0AB04}" srcOrd="0" destOrd="0" presId="urn:microsoft.com/office/officeart/2018/5/layout/IconCircleLabelList"/>
    <dgm:cxn modelId="{8F0B85D1-89EA-4D24-930D-C69F90CD1D31}" srcId="{CFAE5DCD-076C-494B-A0E1-500FCFD39536}" destId="{F4242F4F-00CD-4069-95F9-C93DD9276BF9}" srcOrd="0" destOrd="0" parTransId="{784B472A-1D43-49BC-A9E2-D8FA3CDCD8FE}" sibTransId="{97C6BD8F-D71B-4031-845D-19D1A166404A}"/>
    <dgm:cxn modelId="{E69786EB-6D64-4D5C-837F-E380F22D2625}" srcId="{CFAE5DCD-076C-494B-A0E1-500FCFD39536}" destId="{0FEC7831-B9E8-4336-AB76-1E9AAE9F957F}" srcOrd="2" destOrd="0" parTransId="{A4600F8F-63DF-4B00-8A25-5CAF2EE4BD64}" sibTransId="{CF67B90F-57C6-4214-B223-B0D013E2E5E9}"/>
    <dgm:cxn modelId="{E5F6761E-C165-474D-97AD-1646F48A9669}" type="presParOf" srcId="{5B289673-BA0C-4722-B74B-99C232E0AB04}" destId="{2E93739C-388C-475E-ABD5-E378CC237FDE}" srcOrd="0" destOrd="0" presId="urn:microsoft.com/office/officeart/2018/5/layout/IconCircleLabelList"/>
    <dgm:cxn modelId="{FD8A1399-8C52-41B3-BEF2-A83D8DF63F99}" type="presParOf" srcId="{2E93739C-388C-475E-ABD5-E378CC237FDE}" destId="{B9AE3D68-EC4A-4009-A40E-3FCDF9E01CBF}" srcOrd="0" destOrd="0" presId="urn:microsoft.com/office/officeart/2018/5/layout/IconCircleLabelList"/>
    <dgm:cxn modelId="{4EF03798-27BA-464D-A609-668D3BC6792D}" type="presParOf" srcId="{2E93739C-388C-475E-ABD5-E378CC237FDE}" destId="{D3B352D1-BB91-490E-A564-687A85FF62E8}" srcOrd="1" destOrd="0" presId="urn:microsoft.com/office/officeart/2018/5/layout/IconCircleLabelList"/>
    <dgm:cxn modelId="{BEBA9ECA-FF97-4E3F-8E88-F6FD08198F3C}" type="presParOf" srcId="{2E93739C-388C-475E-ABD5-E378CC237FDE}" destId="{95223751-D456-4F96-AB44-3E839B67936C}" srcOrd="2" destOrd="0" presId="urn:microsoft.com/office/officeart/2018/5/layout/IconCircleLabelList"/>
    <dgm:cxn modelId="{B5CDC3AD-051A-439A-9737-85C119DEF5A3}" type="presParOf" srcId="{2E93739C-388C-475E-ABD5-E378CC237FDE}" destId="{2083506E-7499-4537-B390-A4539F0C8C20}" srcOrd="3" destOrd="0" presId="urn:microsoft.com/office/officeart/2018/5/layout/IconCircleLabelList"/>
    <dgm:cxn modelId="{AADFC904-6F10-40ED-B5AA-8A229D605E34}" type="presParOf" srcId="{5B289673-BA0C-4722-B74B-99C232E0AB04}" destId="{72457AC0-FF1D-4B78-9CE0-B554D611A72C}" srcOrd="1" destOrd="0" presId="urn:microsoft.com/office/officeart/2018/5/layout/IconCircleLabelList"/>
    <dgm:cxn modelId="{19EB4111-4CBE-4FA9-BC5B-F52FBB988123}" type="presParOf" srcId="{5B289673-BA0C-4722-B74B-99C232E0AB04}" destId="{93696335-855A-4C90-BD36-2612F16792D1}" srcOrd="2" destOrd="0" presId="urn:microsoft.com/office/officeart/2018/5/layout/IconCircleLabelList"/>
    <dgm:cxn modelId="{48CCC681-DBCA-4BC7-B735-A85E34ED4FF8}" type="presParOf" srcId="{93696335-855A-4C90-BD36-2612F16792D1}" destId="{8C87547A-1047-4B48-9DF5-1D333244B972}" srcOrd="0" destOrd="0" presId="urn:microsoft.com/office/officeart/2018/5/layout/IconCircleLabelList"/>
    <dgm:cxn modelId="{B7ADD8A0-97CA-4D28-A9E7-DC3EED41FA47}" type="presParOf" srcId="{93696335-855A-4C90-BD36-2612F16792D1}" destId="{E64A477B-880B-410A-981D-F5704E6A1A7D}" srcOrd="1" destOrd="0" presId="urn:microsoft.com/office/officeart/2018/5/layout/IconCircleLabelList"/>
    <dgm:cxn modelId="{72CC9247-9E1C-430F-B808-6990AF0A2EF0}" type="presParOf" srcId="{93696335-855A-4C90-BD36-2612F16792D1}" destId="{4938E964-EB4E-4198-A127-EF8D9F56625F}" srcOrd="2" destOrd="0" presId="urn:microsoft.com/office/officeart/2018/5/layout/IconCircleLabelList"/>
    <dgm:cxn modelId="{E3BF2D1F-E833-4670-8F2D-D226774EC0E9}" type="presParOf" srcId="{93696335-855A-4C90-BD36-2612F16792D1}" destId="{D8CB861B-A48A-423C-B84D-6AE0FC35621B}" srcOrd="3" destOrd="0" presId="urn:microsoft.com/office/officeart/2018/5/layout/IconCircleLabelList"/>
    <dgm:cxn modelId="{8D7FF96C-CF06-454A-94DB-0CF4520EF8C3}" type="presParOf" srcId="{5B289673-BA0C-4722-B74B-99C232E0AB04}" destId="{052129DA-2766-4687-945F-40F7AC163137}" srcOrd="3" destOrd="0" presId="urn:microsoft.com/office/officeart/2018/5/layout/IconCircleLabelList"/>
    <dgm:cxn modelId="{9E1E6306-2ABC-41EF-AB22-D30855541901}" type="presParOf" srcId="{5B289673-BA0C-4722-B74B-99C232E0AB04}" destId="{970E363E-1DCC-4ACE-839A-4A105CB03201}" srcOrd="4" destOrd="0" presId="urn:microsoft.com/office/officeart/2018/5/layout/IconCircleLabelList"/>
    <dgm:cxn modelId="{FF484105-ABCB-4628-B312-F9F0238016BC}" type="presParOf" srcId="{970E363E-1DCC-4ACE-839A-4A105CB03201}" destId="{5314E471-5528-4098-B92A-03B189F369BC}" srcOrd="0" destOrd="0" presId="urn:microsoft.com/office/officeart/2018/5/layout/IconCircleLabelList"/>
    <dgm:cxn modelId="{7D3992C9-AA7A-4FFE-8B59-1144859BC126}" type="presParOf" srcId="{970E363E-1DCC-4ACE-839A-4A105CB03201}" destId="{F17F6C02-878D-4AEE-9C70-0DE71C36CB78}" srcOrd="1" destOrd="0" presId="urn:microsoft.com/office/officeart/2018/5/layout/IconCircleLabelList"/>
    <dgm:cxn modelId="{C970B6DE-1392-4EA4-84DB-3A057931D868}" type="presParOf" srcId="{970E363E-1DCC-4ACE-839A-4A105CB03201}" destId="{DA18E165-AF34-45C5-9AC3-60D1F3DE99B8}" srcOrd="2" destOrd="0" presId="urn:microsoft.com/office/officeart/2018/5/layout/IconCircleLabelList"/>
    <dgm:cxn modelId="{6A36A102-AFEC-4286-91BC-E509FBC259F2}" type="presParOf" srcId="{970E363E-1DCC-4ACE-839A-4A105CB03201}" destId="{F2F4C414-91B2-42B5-BC36-A761CAB038AE}" srcOrd="3" destOrd="0" presId="urn:microsoft.com/office/officeart/2018/5/layout/IconCircleLabelList"/>
    <dgm:cxn modelId="{B98B01AE-DF80-4A0D-88A6-BD6F33C8CD13}" type="presParOf" srcId="{5B289673-BA0C-4722-B74B-99C232E0AB04}" destId="{86C1040D-310B-435C-BDA8-1A7A6848DC44}" srcOrd="5" destOrd="0" presId="urn:microsoft.com/office/officeart/2018/5/layout/IconCircleLabelList"/>
    <dgm:cxn modelId="{1FB0E6F4-A3AE-437D-A970-F769BE59F7F0}" type="presParOf" srcId="{5B289673-BA0C-4722-B74B-99C232E0AB04}" destId="{0EA29121-7B24-48EE-B7E7-0D48C264E99E}" srcOrd="6" destOrd="0" presId="urn:microsoft.com/office/officeart/2018/5/layout/IconCircleLabelList"/>
    <dgm:cxn modelId="{CD9C21A5-7776-436F-851E-8E2BE5837579}" type="presParOf" srcId="{0EA29121-7B24-48EE-B7E7-0D48C264E99E}" destId="{6C54709F-7C6D-4592-9DC6-808B3760240D}" srcOrd="0" destOrd="0" presId="urn:microsoft.com/office/officeart/2018/5/layout/IconCircleLabelList"/>
    <dgm:cxn modelId="{44AD7034-68E4-4AB8-92B1-245836F520CE}" type="presParOf" srcId="{0EA29121-7B24-48EE-B7E7-0D48C264E99E}" destId="{5A82EBB7-F763-47AB-BA3D-CF1A774E46B0}" srcOrd="1" destOrd="0" presId="urn:microsoft.com/office/officeart/2018/5/layout/IconCircleLabelList"/>
    <dgm:cxn modelId="{C7352FAF-490E-4C0C-933E-93A5C4C2D117}" type="presParOf" srcId="{0EA29121-7B24-48EE-B7E7-0D48C264E99E}" destId="{DD278938-8D26-4499-B234-00E8E3607BC0}" srcOrd="2" destOrd="0" presId="urn:microsoft.com/office/officeart/2018/5/layout/IconCircleLabelList"/>
    <dgm:cxn modelId="{945E3FCB-FD46-4468-AC55-89C378AE4A46}" type="presParOf" srcId="{0EA29121-7B24-48EE-B7E7-0D48C264E99E}" destId="{69817AEB-3529-49FD-9C72-DDAAC9A505F0}" srcOrd="3" destOrd="0" presId="urn:microsoft.com/office/officeart/2018/5/layout/IconCircleLabelList"/>
    <dgm:cxn modelId="{58EB1D2E-E091-477C-B5A2-6DACBF7AB4D0}" type="presParOf" srcId="{5B289673-BA0C-4722-B74B-99C232E0AB04}" destId="{DEC100D8-0EA7-4449-932E-BAE3ED07BCAB}" srcOrd="7" destOrd="0" presId="urn:microsoft.com/office/officeart/2018/5/layout/IconCircleLabelList"/>
    <dgm:cxn modelId="{59B8A051-8182-41A8-9394-3F9B1C7A1FB6}" type="presParOf" srcId="{5B289673-BA0C-4722-B74B-99C232E0AB04}" destId="{F6C1B99C-F00B-4136-B3F6-7AD57FC6DE2F}" srcOrd="8" destOrd="0" presId="urn:microsoft.com/office/officeart/2018/5/layout/IconCircleLabelList"/>
    <dgm:cxn modelId="{13335046-E661-404C-8296-11999BC90491}" type="presParOf" srcId="{F6C1B99C-F00B-4136-B3F6-7AD57FC6DE2F}" destId="{15D2AE7C-2C7E-4B59-AA6B-77D742867CFE}" srcOrd="0" destOrd="0" presId="urn:microsoft.com/office/officeart/2018/5/layout/IconCircleLabelList"/>
    <dgm:cxn modelId="{623E3954-50D0-4FFD-BE32-A995E8B3FF22}" type="presParOf" srcId="{F6C1B99C-F00B-4136-B3F6-7AD57FC6DE2F}" destId="{BEDC8AB3-48DE-42B3-BAB3-C610DEA244D3}" srcOrd="1" destOrd="0" presId="urn:microsoft.com/office/officeart/2018/5/layout/IconCircleLabelList"/>
    <dgm:cxn modelId="{F52CAA7D-3B07-46FB-9B09-2AD74E95643F}" type="presParOf" srcId="{F6C1B99C-F00B-4136-B3F6-7AD57FC6DE2F}" destId="{916BE7A5-CA7A-4EA1-8AF6-849E39852C80}" srcOrd="2" destOrd="0" presId="urn:microsoft.com/office/officeart/2018/5/layout/IconCircleLabelList"/>
    <dgm:cxn modelId="{16A8ACB3-FB75-451C-9A3D-39602B7AE1C4}" type="presParOf" srcId="{F6C1B99C-F00B-4136-B3F6-7AD57FC6DE2F}" destId="{CC64110E-3B86-43FA-988B-AEEA994E74B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EF00F62-847E-4E1F-8EBE-967761C5609B}" type="doc">
      <dgm:prSet loTypeId="urn:microsoft.com/office/officeart/2018/2/layout/IconLabelList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5782E1C-1FD8-49C1-8DF4-FB46F3A709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Project successfully links sentiment with gold movement</a:t>
          </a:r>
          <a:endParaRPr lang="en-US"/>
        </a:p>
      </dgm:t>
    </dgm:pt>
    <dgm:pt modelId="{AE68B8BA-38CA-49DA-B1FE-A2158DBF19FB}" type="parTrans" cxnId="{174F948F-DDFD-4D91-BEBE-5759D262046A}">
      <dgm:prSet/>
      <dgm:spPr/>
      <dgm:t>
        <a:bodyPr/>
        <a:lstStyle/>
        <a:p>
          <a:endParaRPr lang="en-US"/>
        </a:p>
      </dgm:t>
    </dgm:pt>
    <dgm:pt modelId="{74A17143-F89E-45A8-B720-0E28A07167BF}" type="sibTrans" cxnId="{174F948F-DDFD-4D91-BEBE-5759D262046A}">
      <dgm:prSet/>
      <dgm:spPr/>
      <dgm:t>
        <a:bodyPr/>
        <a:lstStyle/>
        <a:p>
          <a:endParaRPr lang="en-US"/>
        </a:p>
      </dgm:t>
    </dgm:pt>
    <dgm:pt modelId="{761DD336-8BC3-4EEF-AC23-AE72CF164C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AI helps simplify complex financial behavior</a:t>
          </a:r>
          <a:endParaRPr lang="en-US"/>
        </a:p>
      </dgm:t>
    </dgm:pt>
    <dgm:pt modelId="{26674B43-ED17-49D3-9863-2A42EE4BE446}" type="parTrans" cxnId="{9A40AE23-35C4-4772-B169-FA06A8561AAF}">
      <dgm:prSet/>
      <dgm:spPr/>
      <dgm:t>
        <a:bodyPr/>
        <a:lstStyle/>
        <a:p>
          <a:endParaRPr lang="en-US"/>
        </a:p>
      </dgm:t>
    </dgm:pt>
    <dgm:pt modelId="{54A081C6-433B-4D0C-96EC-833AB1D0592D}" type="sibTrans" cxnId="{9A40AE23-35C4-4772-B169-FA06A8561AAF}">
      <dgm:prSet/>
      <dgm:spPr/>
      <dgm:t>
        <a:bodyPr/>
        <a:lstStyle/>
        <a:p>
          <a:endParaRPr lang="en-US"/>
        </a:p>
      </dgm:t>
    </dgm:pt>
    <dgm:pt modelId="{1D527DC2-AD52-4D47-AA2D-8E6673EEBB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Future extension → real-time prediction</a:t>
          </a:r>
          <a:endParaRPr lang="en-US"/>
        </a:p>
      </dgm:t>
    </dgm:pt>
    <dgm:pt modelId="{AC9E6FBB-D170-450C-B9BF-2E33C4FD8785}" type="parTrans" cxnId="{0A269304-7EC3-4D5E-8675-1ED5B8949C3D}">
      <dgm:prSet/>
      <dgm:spPr/>
      <dgm:t>
        <a:bodyPr/>
        <a:lstStyle/>
        <a:p>
          <a:endParaRPr lang="en-US"/>
        </a:p>
      </dgm:t>
    </dgm:pt>
    <dgm:pt modelId="{CF52C64B-BAFB-4039-9880-63F5EE15C9C7}" type="sibTrans" cxnId="{0A269304-7EC3-4D5E-8675-1ED5B8949C3D}">
      <dgm:prSet/>
      <dgm:spPr/>
      <dgm:t>
        <a:bodyPr/>
        <a:lstStyle/>
        <a:p>
          <a:endParaRPr lang="en-US"/>
        </a:p>
      </dgm:t>
    </dgm:pt>
    <dgm:pt modelId="{79A27C9C-181E-45DF-9EB7-C809A7AC7FBC}" type="pres">
      <dgm:prSet presAssocID="{8EF00F62-847E-4E1F-8EBE-967761C5609B}" presName="root" presStyleCnt="0">
        <dgm:presLayoutVars>
          <dgm:dir/>
          <dgm:resizeHandles val="exact"/>
        </dgm:presLayoutVars>
      </dgm:prSet>
      <dgm:spPr/>
    </dgm:pt>
    <dgm:pt modelId="{8F265064-D6CA-4D6E-A160-455D85056E23}" type="pres">
      <dgm:prSet presAssocID="{95782E1C-1FD8-49C1-8DF4-FB46F3A709DF}" presName="compNode" presStyleCnt="0"/>
      <dgm:spPr/>
    </dgm:pt>
    <dgm:pt modelId="{09C65448-AA6F-44D6-A0F5-A00C6859020E}" type="pres">
      <dgm:prSet presAssocID="{95782E1C-1FD8-49C1-8DF4-FB46F3A709D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084F9984-336E-4BED-A583-4E17B693F173}" type="pres">
      <dgm:prSet presAssocID="{95782E1C-1FD8-49C1-8DF4-FB46F3A709DF}" presName="spaceRect" presStyleCnt="0"/>
      <dgm:spPr/>
    </dgm:pt>
    <dgm:pt modelId="{BFAC2F68-3C22-4FBE-B8B9-D577693DFDA3}" type="pres">
      <dgm:prSet presAssocID="{95782E1C-1FD8-49C1-8DF4-FB46F3A709DF}" presName="textRect" presStyleLbl="revTx" presStyleIdx="0" presStyleCnt="3">
        <dgm:presLayoutVars>
          <dgm:chMax val="1"/>
          <dgm:chPref val="1"/>
        </dgm:presLayoutVars>
      </dgm:prSet>
      <dgm:spPr/>
    </dgm:pt>
    <dgm:pt modelId="{103D1B05-26B4-40EA-88B8-0A1A2F8DED13}" type="pres">
      <dgm:prSet presAssocID="{74A17143-F89E-45A8-B720-0E28A07167BF}" presName="sibTrans" presStyleCnt="0"/>
      <dgm:spPr/>
    </dgm:pt>
    <dgm:pt modelId="{C3927A52-FCD6-473A-A8FF-D9D98BE8EE30}" type="pres">
      <dgm:prSet presAssocID="{761DD336-8BC3-4EEF-AC23-AE72CF164CF2}" presName="compNode" presStyleCnt="0"/>
      <dgm:spPr/>
    </dgm:pt>
    <dgm:pt modelId="{18E6277A-A5F1-49DE-AAD7-78E556E3BAFD}" type="pres">
      <dgm:prSet presAssocID="{761DD336-8BC3-4EEF-AC23-AE72CF164CF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D0288E8-8D9A-41D8-BA2F-0C33F324FE2E}" type="pres">
      <dgm:prSet presAssocID="{761DD336-8BC3-4EEF-AC23-AE72CF164CF2}" presName="spaceRect" presStyleCnt="0"/>
      <dgm:spPr/>
    </dgm:pt>
    <dgm:pt modelId="{E2BAC140-49E0-4E38-899A-7385867C10BE}" type="pres">
      <dgm:prSet presAssocID="{761DD336-8BC3-4EEF-AC23-AE72CF164CF2}" presName="textRect" presStyleLbl="revTx" presStyleIdx="1" presStyleCnt="3">
        <dgm:presLayoutVars>
          <dgm:chMax val="1"/>
          <dgm:chPref val="1"/>
        </dgm:presLayoutVars>
      </dgm:prSet>
      <dgm:spPr/>
    </dgm:pt>
    <dgm:pt modelId="{63E676A0-F8F6-4ED5-98E9-2830951F2FA3}" type="pres">
      <dgm:prSet presAssocID="{54A081C6-433B-4D0C-96EC-833AB1D0592D}" presName="sibTrans" presStyleCnt="0"/>
      <dgm:spPr/>
    </dgm:pt>
    <dgm:pt modelId="{B5C5024C-9EFF-43E1-9AED-BD5B0CAAE24F}" type="pres">
      <dgm:prSet presAssocID="{1D527DC2-AD52-4D47-AA2D-8E6673EEBBAC}" presName="compNode" presStyleCnt="0"/>
      <dgm:spPr/>
    </dgm:pt>
    <dgm:pt modelId="{28221C3E-E4AC-4937-A619-5345221E3064}" type="pres">
      <dgm:prSet presAssocID="{1D527DC2-AD52-4D47-AA2D-8E6673EEBBA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6FD59341-8250-4EC7-AAF2-38E46D633547}" type="pres">
      <dgm:prSet presAssocID="{1D527DC2-AD52-4D47-AA2D-8E6673EEBBAC}" presName="spaceRect" presStyleCnt="0"/>
      <dgm:spPr/>
    </dgm:pt>
    <dgm:pt modelId="{DACCF22B-8319-467F-A43D-9C07A128AF05}" type="pres">
      <dgm:prSet presAssocID="{1D527DC2-AD52-4D47-AA2D-8E6673EEBBA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A269304-7EC3-4D5E-8675-1ED5B8949C3D}" srcId="{8EF00F62-847E-4E1F-8EBE-967761C5609B}" destId="{1D527DC2-AD52-4D47-AA2D-8E6673EEBBAC}" srcOrd="2" destOrd="0" parTransId="{AC9E6FBB-D170-450C-B9BF-2E33C4FD8785}" sibTransId="{CF52C64B-BAFB-4039-9880-63F5EE15C9C7}"/>
    <dgm:cxn modelId="{9A40AE23-35C4-4772-B169-FA06A8561AAF}" srcId="{8EF00F62-847E-4E1F-8EBE-967761C5609B}" destId="{761DD336-8BC3-4EEF-AC23-AE72CF164CF2}" srcOrd="1" destOrd="0" parTransId="{26674B43-ED17-49D3-9863-2A42EE4BE446}" sibTransId="{54A081C6-433B-4D0C-96EC-833AB1D0592D}"/>
    <dgm:cxn modelId="{823F7168-4AD0-4E83-A802-F19C19374694}" type="presOf" srcId="{95782E1C-1FD8-49C1-8DF4-FB46F3A709DF}" destId="{BFAC2F68-3C22-4FBE-B8B9-D577693DFDA3}" srcOrd="0" destOrd="0" presId="urn:microsoft.com/office/officeart/2018/2/layout/IconLabelList"/>
    <dgm:cxn modelId="{FA36DA72-82E2-4E23-AF35-CEEFA09E1DCD}" type="presOf" srcId="{1D527DC2-AD52-4D47-AA2D-8E6673EEBBAC}" destId="{DACCF22B-8319-467F-A43D-9C07A128AF05}" srcOrd="0" destOrd="0" presId="urn:microsoft.com/office/officeart/2018/2/layout/IconLabelList"/>
    <dgm:cxn modelId="{174F948F-DDFD-4D91-BEBE-5759D262046A}" srcId="{8EF00F62-847E-4E1F-8EBE-967761C5609B}" destId="{95782E1C-1FD8-49C1-8DF4-FB46F3A709DF}" srcOrd="0" destOrd="0" parTransId="{AE68B8BA-38CA-49DA-B1FE-A2158DBF19FB}" sibTransId="{74A17143-F89E-45A8-B720-0E28A07167BF}"/>
    <dgm:cxn modelId="{53DAAAA9-2581-42D4-8A3C-34D600984B6E}" type="presOf" srcId="{8EF00F62-847E-4E1F-8EBE-967761C5609B}" destId="{79A27C9C-181E-45DF-9EB7-C809A7AC7FBC}" srcOrd="0" destOrd="0" presId="urn:microsoft.com/office/officeart/2018/2/layout/IconLabelList"/>
    <dgm:cxn modelId="{C5FC5BE2-1FDE-4B90-85DA-726A8A5A9D17}" type="presOf" srcId="{761DD336-8BC3-4EEF-AC23-AE72CF164CF2}" destId="{E2BAC140-49E0-4E38-899A-7385867C10BE}" srcOrd="0" destOrd="0" presId="urn:microsoft.com/office/officeart/2018/2/layout/IconLabelList"/>
    <dgm:cxn modelId="{35A1EA58-9F8D-4D90-8BA0-6EBE006CAF0D}" type="presParOf" srcId="{79A27C9C-181E-45DF-9EB7-C809A7AC7FBC}" destId="{8F265064-D6CA-4D6E-A160-455D85056E23}" srcOrd="0" destOrd="0" presId="urn:microsoft.com/office/officeart/2018/2/layout/IconLabelList"/>
    <dgm:cxn modelId="{76C7319B-83B4-4917-837B-F08F0D81235F}" type="presParOf" srcId="{8F265064-D6CA-4D6E-A160-455D85056E23}" destId="{09C65448-AA6F-44D6-A0F5-A00C6859020E}" srcOrd="0" destOrd="0" presId="urn:microsoft.com/office/officeart/2018/2/layout/IconLabelList"/>
    <dgm:cxn modelId="{F518FACF-7192-4E04-AF0B-CFEDACAE5A99}" type="presParOf" srcId="{8F265064-D6CA-4D6E-A160-455D85056E23}" destId="{084F9984-336E-4BED-A583-4E17B693F173}" srcOrd="1" destOrd="0" presId="urn:microsoft.com/office/officeart/2018/2/layout/IconLabelList"/>
    <dgm:cxn modelId="{770022BA-CD59-4012-982B-BE3194D66A75}" type="presParOf" srcId="{8F265064-D6CA-4D6E-A160-455D85056E23}" destId="{BFAC2F68-3C22-4FBE-B8B9-D577693DFDA3}" srcOrd="2" destOrd="0" presId="urn:microsoft.com/office/officeart/2018/2/layout/IconLabelList"/>
    <dgm:cxn modelId="{E2EB7E13-240C-474A-89A9-5C7F0B2B50B6}" type="presParOf" srcId="{79A27C9C-181E-45DF-9EB7-C809A7AC7FBC}" destId="{103D1B05-26B4-40EA-88B8-0A1A2F8DED13}" srcOrd="1" destOrd="0" presId="urn:microsoft.com/office/officeart/2018/2/layout/IconLabelList"/>
    <dgm:cxn modelId="{5E89C1AC-8B11-40AB-9A66-66C7FD9263F9}" type="presParOf" srcId="{79A27C9C-181E-45DF-9EB7-C809A7AC7FBC}" destId="{C3927A52-FCD6-473A-A8FF-D9D98BE8EE30}" srcOrd="2" destOrd="0" presId="urn:microsoft.com/office/officeart/2018/2/layout/IconLabelList"/>
    <dgm:cxn modelId="{4171080F-D6AF-47B9-81D1-C8059729D7BC}" type="presParOf" srcId="{C3927A52-FCD6-473A-A8FF-D9D98BE8EE30}" destId="{18E6277A-A5F1-49DE-AAD7-78E556E3BAFD}" srcOrd="0" destOrd="0" presId="urn:microsoft.com/office/officeart/2018/2/layout/IconLabelList"/>
    <dgm:cxn modelId="{536BFB95-D88F-4C0F-83C3-050EF83B9128}" type="presParOf" srcId="{C3927A52-FCD6-473A-A8FF-D9D98BE8EE30}" destId="{DD0288E8-8D9A-41D8-BA2F-0C33F324FE2E}" srcOrd="1" destOrd="0" presId="urn:microsoft.com/office/officeart/2018/2/layout/IconLabelList"/>
    <dgm:cxn modelId="{9D3B1842-5919-48EB-A905-CB69A14F2F92}" type="presParOf" srcId="{C3927A52-FCD6-473A-A8FF-D9D98BE8EE30}" destId="{E2BAC140-49E0-4E38-899A-7385867C10BE}" srcOrd="2" destOrd="0" presId="urn:microsoft.com/office/officeart/2018/2/layout/IconLabelList"/>
    <dgm:cxn modelId="{E93F3AAC-67CC-4ABC-8522-2CA4CAE97859}" type="presParOf" srcId="{79A27C9C-181E-45DF-9EB7-C809A7AC7FBC}" destId="{63E676A0-F8F6-4ED5-98E9-2830951F2FA3}" srcOrd="3" destOrd="0" presId="urn:microsoft.com/office/officeart/2018/2/layout/IconLabelList"/>
    <dgm:cxn modelId="{1FAC1923-9387-46A7-B309-6BE864B32635}" type="presParOf" srcId="{79A27C9C-181E-45DF-9EB7-C809A7AC7FBC}" destId="{B5C5024C-9EFF-43E1-9AED-BD5B0CAAE24F}" srcOrd="4" destOrd="0" presId="urn:microsoft.com/office/officeart/2018/2/layout/IconLabelList"/>
    <dgm:cxn modelId="{D33BF558-F3FA-447B-A447-159ED066533E}" type="presParOf" srcId="{B5C5024C-9EFF-43E1-9AED-BD5B0CAAE24F}" destId="{28221C3E-E4AC-4937-A619-5345221E3064}" srcOrd="0" destOrd="0" presId="urn:microsoft.com/office/officeart/2018/2/layout/IconLabelList"/>
    <dgm:cxn modelId="{3461C8D4-3DF8-416C-BE53-11CB17718E9D}" type="presParOf" srcId="{B5C5024C-9EFF-43E1-9AED-BD5B0CAAE24F}" destId="{6FD59341-8250-4EC7-AAF2-38E46D633547}" srcOrd="1" destOrd="0" presId="urn:microsoft.com/office/officeart/2018/2/layout/IconLabelList"/>
    <dgm:cxn modelId="{32A52B15-0448-43E9-B04B-0EB25D3AE28B}" type="presParOf" srcId="{B5C5024C-9EFF-43E1-9AED-BD5B0CAAE24F}" destId="{DACCF22B-8319-467F-A43D-9C07A128AF0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91066B2-46D9-4F55-9C57-15E9F0EC689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00DAC70-9818-448F-A4D5-F625BCB616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Thank You</a:t>
          </a:r>
        </a:p>
      </dgm:t>
    </dgm:pt>
    <dgm:pt modelId="{D66B09D5-E485-4894-B85A-0567B35812B8}" type="parTrans" cxnId="{17EEF1D7-1DC9-4816-9EA3-3A60B870A4DB}">
      <dgm:prSet/>
      <dgm:spPr/>
      <dgm:t>
        <a:bodyPr/>
        <a:lstStyle/>
        <a:p>
          <a:endParaRPr lang="en-US"/>
        </a:p>
      </dgm:t>
    </dgm:pt>
    <dgm:pt modelId="{1696A636-8F16-491C-AF40-5B114153AD4F}" type="sibTrans" cxnId="{17EEF1D7-1DC9-4816-9EA3-3A60B870A4D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3A24548-609C-4BEA-808B-EEDC257F6C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Questions &amp; Discussion</a:t>
          </a:r>
        </a:p>
      </dgm:t>
    </dgm:pt>
    <dgm:pt modelId="{A67B20B4-2794-453A-BB40-8A8336BC5E64}" type="parTrans" cxnId="{48D05933-6A2F-445C-90B1-1D20EC649026}">
      <dgm:prSet/>
      <dgm:spPr/>
      <dgm:t>
        <a:bodyPr/>
        <a:lstStyle/>
        <a:p>
          <a:endParaRPr lang="en-US"/>
        </a:p>
      </dgm:t>
    </dgm:pt>
    <dgm:pt modelId="{91EE5D2D-A3C2-441C-852B-E8549E84FA18}" type="sibTrans" cxnId="{48D05933-6A2F-445C-90B1-1D20EC64902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C6F439A-2FB5-4DEA-B390-36B9EFC4F6F8}" type="pres">
      <dgm:prSet presAssocID="{291066B2-46D9-4F55-9C57-15E9F0EC6897}" presName="root" presStyleCnt="0">
        <dgm:presLayoutVars>
          <dgm:dir/>
          <dgm:resizeHandles val="exact"/>
        </dgm:presLayoutVars>
      </dgm:prSet>
      <dgm:spPr/>
    </dgm:pt>
    <dgm:pt modelId="{CF177FF8-3142-4757-93A8-6B026FDEA172}" type="pres">
      <dgm:prSet presAssocID="{291066B2-46D9-4F55-9C57-15E9F0EC6897}" presName="container" presStyleCnt="0">
        <dgm:presLayoutVars>
          <dgm:dir/>
          <dgm:resizeHandles val="exact"/>
        </dgm:presLayoutVars>
      </dgm:prSet>
      <dgm:spPr/>
    </dgm:pt>
    <dgm:pt modelId="{0420AACC-7698-4284-99D8-0F6ABB3554C5}" type="pres">
      <dgm:prSet presAssocID="{100DAC70-9818-448F-A4D5-F625BCB616A1}" presName="compNode" presStyleCnt="0"/>
      <dgm:spPr/>
    </dgm:pt>
    <dgm:pt modelId="{F4459A5C-D3E6-4832-A422-A7FB1415B83D}" type="pres">
      <dgm:prSet presAssocID="{100DAC70-9818-448F-A4D5-F625BCB616A1}" presName="iconBgRect" presStyleLbl="bgShp" presStyleIdx="0" presStyleCnt="2"/>
      <dgm:spPr/>
    </dgm:pt>
    <dgm:pt modelId="{E226A888-921B-45B3-A32E-EEF72618122D}" type="pres">
      <dgm:prSet presAssocID="{100DAC70-9818-448F-A4D5-F625BCB616A1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F724E827-1E89-4997-8719-25C5005F8CA6}" type="pres">
      <dgm:prSet presAssocID="{100DAC70-9818-448F-A4D5-F625BCB616A1}" presName="spaceRect" presStyleCnt="0"/>
      <dgm:spPr/>
    </dgm:pt>
    <dgm:pt modelId="{1B5DF817-90F0-472F-B9B4-580F2EDDC0D2}" type="pres">
      <dgm:prSet presAssocID="{100DAC70-9818-448F-A4D5-F625BCB616A1}" presName="textRect" presStyleLbl="revTx" presStyleIdx="0" presStyleCnt="2">
        <dgm:presLayoutVars>
          <dgm:chMax val="1"/>
          <dgm:chPref val="1"/>
        </dgm:presLayoutVars>
      </dgm:prSet>
      <dgm:spPr/>
    </dgm:pt>
    <dgm:pt modelId="{2E982FD5-3117-4338-8E03-B32C4E51E5F5}" type="pres">
      <dgm:prSet presAssocID="{1696A636-8F16-491C-AF40-5B114153AD4F}" presName="sibTrans" presStyleLbl="sibTrans2D1" presStyleIdx="0" presStyleCnt="0"/>
      <dgm:spPr/>
    </dgm:pt>
    <dgm:pt modelId="{845E8585-0431-4E2D-BFC1-1CDBDE569D6B}" type="pres">
      <dgm:prSet presAssocID="{A3A24548-609C-4BEA-808B-EEDC257F6C75}" presName="compNode" presStyleCnt="0"/>
      <dgm:spPr/>
    </dgm:pt>
    <dgm:pt modelId="{82B3D745-1D8D-4CCD-BE2C-232B5E1B51EF}" type="pres">
      <dgm:prSet presAssocID="{A3A24548-609C-4BEA-808B-EEDC257F6C75}" presName="iconBgRect" presStyleLbl="bgShp" presStyleIdx="1" presStyleCnt="2"/>
      <dgm:spPr/>
    </dgm:pt>
    <dgm:pt modelId="{FDE596DF-E133-4699-9D37-3D625E6402DE}" type="pres">
      <dgm:prSet presAssocID="{A3A24548-609C-4BEA-808B-EEDC257F6C75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884543A1-056E-4612-9178-6415D912DF0E}" type="pres">
      <dgm:prSet presAssocID="{A3A24548-609C-4BEA-808B-EEDC257F6C75}" presName="spaceRect" presStyleCnt="0"/>
      <dgm:spPr/>
    </dgm:pt>
    <dgm:pt modelId="{24D5B00C-FD8B-4953-AFD2-01563D392CA5}" type="pres">
      <dgm:prSet presAssocID="{A3A24548-609C-4BEA-808B-EEDC257F6C75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00E312B-619B-42B0-89B1-C398E53EDDD3}" type="presOf" srcId="{291066B2-46D9-4F55-9C57-15E9F0EC6897}" destId="{7C6F439A-2FB5-4DEA-B390-36B9EFC4F6F8}" srcOrd="0" destOrd="0" presId="urn:microsoft.com/office/officeart/2018/2/layout/IconCircleList"/>
    <dgm:cxn modelId="{48D05933-6A2F-445C-90B1-1D20EC649026}" srcId="{291066B2-46D9-4F55-9C57-15E9F0EC6897}" destId="{A3A24548-609C-4BEA-808B-EEDC257F6C75}" srcOrd="1" destOrd="0" parTransId="{A67B20B4-2794-453A-BB40-8A8336BC5E64}" sibTransId="{91EE5D2D-A3C2-441C-852B-E8549E84FA18}"/>
    <dgm:cxn modelId="{2C527A66-48C9-4177-AA27-F45C2DB72EB1}" type="presOf" srcId="{100DAC70-9818-448F-A4D5-F625BCB616A1}" destId="{1B5DF817-90F0-472F-B9B4-580F2EDDC0D2}" srcOrd="0" destOrd="0" presId="urn:microsoft.com/office/officeart/2018/2/layout/IconCircleList"/>
    <dgm:cxn modelId="{17EEF1D7-1DC9-4816-9EA3-3A60B870A4DB}" srcId="{291066B2-46D9-4F55-9C57-15E9F0EC6897}" destId="{100DAC70-9818-448F-A4D5-F625BCB616A1}" srcOrd="0" destOrd="0" parTransId="{D66B09D5-E485-4894-B85A-0567B35812B8}" sibTransId="{1696A636-8F16-491C-AF40-5B114153AD4F}"/>
    <dgm:cxn modelId="{AD5805F8-5177-4BA6-BBE8-E4E31F729817}" type="presOf" srcId="{1696A636-8F16-491C-AF40-5B114153AD4F}" destId="{2E982FD5-3117-4338-8E03-B32C4E51E5F5}" srcOrd="0" destOrd="0" presId="urn:microsoft.com/office/officeart/2018/2/layout/IconCircleList"/>
    <dgm:cxn modelId="{4DBF34FC-9DA0-4BEA-B621-E4143A9C96AD}" type="presOf" srcId="{A3A24548-609C-4BEA-808B-EEDC257F6C75}" destId="{24D5B00C-FD8B-4953-AFD2-01563D392CA5}" srcOrd="0" destOrd="0" presId="urn:microsoft.com/office/officeart/2018/2/layout/IconCircleList"/>
    <dgm:cxn modelId="{46FE261D-BA9D-4C4E-AC54-D155DFDB5CC2}" type="presParOf" srcId="{7C6F439A-2FB5-4DEA-B390-36B9EFC4F6F8}" destId="{CF177FF8-3142-4757-93A8-6B026FDEA172}" srcOrd="0" destOrd="0" presId="urn:microsoft.com/office/officeart/2018/2/layout/IconCircleList"/>
    <dgm:cxn modelId="{E785C1DB-4D5F-4343-BE48-E4BA3BC92D35}" type="presParOf" srcId="{CF177FF8-3142-4757-93A8-6B026FDEA172}" destId="{0420AACC-7698-4284-99D8-0F6ABB3554C5}" srcOrd="0" destOrd="0" presId="urn:microsoft.com/office/officeart/2018/2/layout/IconCircleList"/>
    <dgm:cxn modelId="{EBA227FF-C23A-4209-AB21-1CD241998753}" type="presParOf" srcId="{0420AACC-7698-4284-99D8-0F6ABB3554C5}" destId="{F4459A5C-D3E6-4832-A422-A7FB1415B83D}" srcOrd="0" destOrd="0" presId="urn:microsoft.com/office/officeart/2018/2/layout/IconCircleList"/>
    <dgm:cxn modelId="{151910AA-CF94-41E1-A9FF-1C2DADF969CE}" type="presParOf" srcId="{0420AACC-7698-4284-99D8-0F6ABB3554C5}" destId="{E226A888-921B-45B3-A32E-EEF72618122D}" srcOrd="1" destOrd="0" presId="urn:microsoft.com/office/officeart/2018/2/layout/IconCircleList"/>
    <dgm:cxn modelId="{0487857A-6FF4-45B1-9DFD-DE1FD4F52437}" type="presParOf" srcId="{0420AACC-7698-4284-99D8-0F6ABB3554C5}" destId="{F724E827-1E89-4997-8719-25C5005F8CA6}" srcOrd="2" destOrd="0" presId="urn:microsoft.com/office/officeart/2018/2/layout/IconCircleList"/>
    <dgm:cxn modelId="{E2E0B54B-9886-40AA-A34F-AFBA554219AB}" type="presParOf" srcId="{0420AACC-7698-4284-99D8-0F6ABB3554C5}" destId="{1B5DF817-90F0-472F-B9B4-580F2EDDC0D2}" srcOrd="3" destOrd="0" presId="urn:microsoft.com/office/officeart/2018/2/layout/IconCircleList"/>
    <dgm:cxn modelId="{A3B6A945-1881-4A05-BC31-143EF5DBA361}" type="presParOf" srcId="{CF177FF8-3142-4757-93A8-6B026FDEA172}" destId="{2E982FD5-3117-4338-8E03-B32C4E51E5F5}" srcOrd="1" destOrd="0" presId="urn:microsoft.com/office/officeart/2018/2/layout/IconCircleList"/>
    <dgm:cxn modelId="{38B1BA15-FFDF-4684-84F1-B53951786F61}" type="presParOf" srcId="{CF177FF8-3142-4757-93A8-6B026FDEA172}" destId="{845E8585-0431-4E2D-BFC1-1CDBDE569D6B}" srcOrd="2" destOrd="0" presId="urn:microsoft.com/office/officeart/2018/2/layout/IconCircleList"/>
    <dgm:cxn modelId="{55A7F58C-47EF-429D-A73C-811E93998BAF}" type="presParOf" srcId="{845E8585-0431-4E2D-BFC1-1CDBDE569D6B}" destId="{82B3D745-1D8D-4CCD-BE2C-232B5E1B51EF}" srcOrd="0" destOrd="0" presId="urn:microsoft.com/office/officeart/2018/2/layout/IconCircleList"/>
    <dgm:cxn modelId="{EEA1A647-DCF9-4AF9-9338-747D4ABEF036}" type="presParOf" srcId="{845E8585-0431-4E2D-BFC1-1CDBDE569D6B}" destId="{FDE596DF-E133-4699-9D37-3D625E6402DE}" srcOrd="1" destOrd="0" presId="urn:microsoft.com/office/officeart/2018/2/layout/IconCircleList"/>
    <dgm:cxn modelId="{BB7FFB80-F103-4C92-8DC1-BE7BED59407C}" type="presParOf" srcId="{845E8585-0431-4E2D-BFC1-1CDBDE569D6B}" destId="{884543A1-056E-4612-9178-6415D912DF0E}" srcOrd="2" destOrd="0" presId="urn:microsoft.com/office/officeart/2018/2/layout/IconCircleList"/>
    <dgm:cxn modelId="{A2DE3430-269E-4A46-B7A5-67BF0FCD00B2}" type="presParOf" srcId="{845E8585-0431-4E2D-BFC1-1CDBDE569D6B}" destId="{24D5B00C-FD8B-4953-AFD2-01563D392CA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DC4FD1-1A05-42EC-90DC-0C59F26EEFD3}">
      <dsp:nvSpPr>
        <dsp:cNvPr id="0" name=""/>
        <dsp:cNvSpPr/>
      </dsp:nvSpPr>
      <dsp:spPr>
        <a:xfrm>
          <a:off x="0" y="2265"/>
          <a:ext cx="5589270" cy="1148457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E0F217-7078-441F-A313-316EFC297B14}">
      <dsp:nvSpPr>
        <dsp:cNvPr id="0" name=""/>
        <dsp:cNvSpPr/>
      </dsp:nvSpPr>
      <dsp:spPr>
        <a:xfrm>
          <a:off x="347408" y="260668"/>
          <a:ext cx="631651" cy="6316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AE80FB-92D7-4492-B3BB-2A39E19DF715}">
      <dsp:nvSpPr>
        <dsp:cNvPr id="0" name=""/>
        <dsp:cNvSpPr/>
      </dsp:nvSpPr>
      <dsp:spPr>
        <a:xfrm>
          <a:off x="1326468" y="2265"/>
          <a:ext cx="4262801" cy="1148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545" tIns="121545" rIns="121545" bIns="12154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Financial markets react instantly to world events such as political decisions or economic announcements.</a:t>
          </a:r>
        </a:p>
      </dsp:txBody>
      <dsp:txXfrm>
        <a:off x="1326468" y="2265"/>
        <a:ext cx="4262801" cy="1148457"/>
      </dsp:txXfrm>
    </dsp:sp>
    <dsp:sp modelId="{D1717434-DC18-47A3-B485-E5E29BA6222A}">
      <dsp:nvSpPr>
        <dsp:cNvPr id="0" name=""/>
        <dsp:cNvSpPr/>
      </dsp:nvSpPr>
      <dsp:spPr>
        <a:xfrm>
          <a:off x="0" y="1437838"/>
          <a:ext cx="5589270" cy="1148457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337BEB-414D-485E-B2B8-73AFA9F03D2E}">
      <dsp:nvSpPr>
        <dsp:cNvPr id="0" name=""/>
        <dsp:cNvSpPr/>
      </dsp:nvSpPr>
      <dsp:spPr>
        <a:xfrm>
          <a:off x="347408" y="1696241"/>
          <a:ext cx="631651" cy="6316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AC1338-F833-43B1-97AE-8DA1FB061FD6}">
      <dsp:nvSpPr>
        <dsp:cNvPr id="0" name=""/>
        <dsp:cNvSpPr/>
      </dsp:nvSpPr>
      <dsp:spPr>
        <a:xfrm>
          <a:off x="1326468" y="1437838"/>
          <a:ext cx="4262801" cy="1148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545" tIns="121545" rIns="121545" bIns="12154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These changes influence commodities like gold, oil, and stocks.</a:t>
          </a:r>
        </a:p>
      </dsp:txBody>
      <dsp:txXfrm>
        <a:off x="1326468" y="1437838"/>
        <a:ext cx="4262801" cy="1148457"/>
      </dsp:txXfrm>
    </dsp:sp>
    <dsp:sp modelId="{CEB9F3A7-B2A8-46F5-9CC4-CAABF8042E73}">
      <dsp:nvSpPr>
        <dsp:cNvPr id="0" name=""/>
        <dsp:cNvSpPr/>
      </dsp:nvSpPr>
      <dsp:spPr>
        <a:xfrm>
          <a:off x="0" y="2873410"/>
          <a:ext cx="5589270" cy="1148457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37F83D-8F9F-4B52-ABD0-6981E7A356C4}">
      <dsp:nvSpPr>
        <dsp:cNvPr id="0" name=""/>
        <dsp:cNvSpPr/>
      </dsp:nvSpPr>
      <dsp:spPr>
        <a:xfrm>
          <a:off x="347408" y="3131813"/>
          <a:ext cx="631651" cy="6316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BE4548-17C0-4A67-BAA8-D737A5FBEFDF}">
      <dsp:nvSpPr>
        <dsp:cNvPr id="0" name=""/>
        <dsp:cNvSpPr/>
      </dsp:nvSpPr>
      <dsp:spPr>
        <a:xfrm>
          <a:off x="1326468" y="2873410"/>
          <a:ext cx="4262801" cy="1148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545" tIns="121545" rIns="121545" bIns="12154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Humans cannot manually analyze every global event’s effect in real time.</a:t>
          </a:r>
        </a:p>
      </dsp:txBody>
      <dsp:txXfrm>
        <a:off x="1326468" y="2873410"/>
        <a:ext cx="4262801" cy="1148457"/>
      </dsp:txXfrm>
    </dsp:sp>
    <dsp:sp modelId="{037AC14A-3FB7-4585-B426-D6D95F792CF1}">
      <dsp:nvSpPr>
        <dsp:cNvPr id="0" name=""/>
        <dsp:cNvSpPr/>
      </dsp:nvSpPr>
      <dsp:spPr>
        <a:xfrm>
          <a:off x="0" y="4308982"/>
          <a:ext cx="5589270" cy="1148457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C43726-1DDD-4BC6-8724-3B405FF17EE3}">
      <dsp:nvSpPr>
        <dsp:cNvPr id="0" name=""/>
        <dsp:cNvSpPr/>
      </dsp:nvSpPr>
      <dsp:spPr>
        <a:xfrm>
          <a:off x="347408" y="4567385"/>
          <a:ext cx="631651" cy="6316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379FFF-6802-41EC-97CB-A2B073B9C1F3}">
      <dsp:nvSpPr>
        <dsp:cNvPr id="0" name=""/>
        <dsp:cNvSpPr/>
      </dsp:nvSpPr>
      <dsp:spPr>
        <a:xfrm>
          <a:off x="1326468" y="4308982"/>
          <a:ext cx="4262801" cy="1148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545" tIns="121545" rIns="121545" bIns="12154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AI can identify hidden patterns between news and market reactions.</a:t>
          </a:r>
        </a:p>
      </dsp:txBody>
      <dsp:txXfrm>
        <a:off x="1326468" y="4308982"/>
        <a:ext cx="4262801" cy="11484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359E1C-E209-41FE-902A-40FFA45B9C18}">
      <dsp:nvSpPr>
        <dsp:cNvPr id="0" name=""/>
        <dsp:cNvSpPr/>
      </dsp:nvSpPr>
      <dsp:spPr>
        <a:xfrm>
          <a:off x="0" y="473"/>
          <a:ext cx="7879842" cy="11074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6615B3-63F7-4B7F-9039-C500AB26CC13}">
      <dsp:nvSpPr>
        <dsp:cNvPr id="0" name=""/>
        <dsp:cNvSpPr/>
      </dsp:nvSpPr>
      <dsp:spPr>
        <a:xfrm>
          <a:off x="334997" y="249644"/>
          <a:ext cx="609085" cy="6090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0ECC5B-739F-4426-A04E-449A3762E504}">
      <dsp:nvSpPr>
        <dsp:cNvPr id="0" name=""/>
        <dsp:cNvSpPr/>
      </dsp:nvSpPr>
      <dsp:spPr>
        <a:xfrm>
          <a:off x="1279080" y="473"/>
          <a:ext cx="6600761" cy="11074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3" tIns="117203" rIns="117203" bIns="11720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project explores how AI connects world news and market data.</a:t>
          </a:r>
        </a:p>
      </dsp:txBody>
      <dsp:txXfrm>
        <a:off x="1279080" y="473"/>
        <a:ext cx="6600761" cy="1107428"/>
      </dsp:txXfrm>
    </dsp:sp>
    <dsp:sp modelId="{F059C853-A77E-4553-B3E4-0C3775AF8DC7}">
      <dsp:nvSpPr>
        <dsp:cNvPr id="0" name=""/>
        <dsp:cNvSpPr/>
      </dsp:nvSpPr>
      <dsp:spPr>
        <a:xfrm>
          <a:off x="0" y="1384759"/>
          <a:ext cx="7879842" cy="11074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96D762-2710-4914-BE33-D00FC742FBBA}">
      <dsp:nvSpPr>
        <dsp:cNvPr id="0" name=""/>
        <dsp:cNvSpPr/>
      </dsp:nvSpPr>
      <dsp:spPr>
        <a:xfrm>
          <a:off x="334997" y="1633931"/>
          <a:ext cx="609085" cy="6090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A6CF0B-1427-4218-AF42-C7A9D530C723}">
      <dsp:nvSpPr>
        <dsp:cNvPr id="0" name=""/>
        <dsp:cNvSpPr/>
      </dsp:nvSpPr>
      <dsp:spPr>
        <a:xfrm>
          <a:off x="1279080" y="1384759"/>
          <a:ext cx="6600761" cy="11074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3" tIns="117203" rIns="117203" bIns="11720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Focus: field research – collecting and preparing event and price data.</a:t>
          </a:r>
        </a:p>
      </dsp:txBody>
      <dsp:txXfrm>
        <a:off x="1279080" y="1384759"/>
        <a:ext cx="6600761" cy="1107428"/>
      </dsp:txXfrm>
    </dsp:sp>
    <dsp:sp modelId="{4CE52EA5-E17C-4BAE-8BDA-10E2E006B320}">
      <dsp:nvSpPr>
        <dsp:cNvPr id="0" name=""/>
        <dsp:cNvSpPr/>
      </dsp:nvSpPr>
      <dsp:spPr>
        <a:xfrm>
          <a:off x="0" y="2769045"/>
          <a:ext cx="7879842" cy="11074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4482E0-FD24-4F44-9A48-0097C099ED5A}">
      <dsp:nvSpPr>
        <dsp:cNvPr id="0" name=""/>
        <dsp:cNvSpPr/>
      </dsp:nvSpPr>
      <dsp:spPr>
        <a:xfrm>
          <a:off x="334997" y="3018217"/>
          <a:ext cx="609085" cy="6090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A836DF-772B-4447-965F-C8FB50AF0566}">
      <dsp:nvSpPr>
        <dsp:cNvPr id="0" name=""/>
        <dsp:cNvSpPr/>
      </dsp:nvSpPr>
      <dsp:spPr>
        <a:xfrm>
          <a:off x="1279080" y="2769045"/>
          <a:ext cx="6600761" cy="11074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3" tIns="117203" rIns="117203" bIns="11720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Gold chosen as it is a universal indicator reacting clearly to uncertainty.</a:t>
          </a:r>
        </a:p>
      </dsp:txBody>
      <dsp:txXfrm>
        <a:off x="1279080" y="2769045"/>
        <a:ext cx="6600761" cy="11074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C03034-796E-4282-8C1F-CDD712CEA152}">
      <dsp:nvSpPr>
        <dsp:cNvPr id="0" name=""/>
        <dsp:cNvSpPr/>
      </dsp:nvSpPr>
      <dsp:spPr>
        <a:xfrm>
          <a:off x="0" y="3535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8B5140-BB99-46D8-92E0-178F4C651FFE}">
      <dsp:nvSpPr>
        <dsp:cNvPr id="0" name=""/>
        <dsp:cNvSpPr/>
      </dsp:nvSpPr>
      <dsp:spPr>
        <a:xfrm>
          <a:off x="227827" y="172994"/>
          <a:ext cx="414231" cy="4142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4EB7EC-4BC6-4965-926D-BD7492FEF854}">
      <dsp:nvSpPr>
        <dsp:cNvPr id="0" name=""/>
        <dsp:cNvSpPr/>
      </dsp:nvSpPr>
      <dsp:spPr>
        <a:xfrm>
          <a:off x="869886" y="3535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Most studies analyze </a:t>
          </a:r>
          <a:r>
            <a:rPr lang="en-US" sz="1900" b="0" i="1" kern="1200" baseline="0"/>
            <a:t>either</a:t>
          </a:r>
          <a:r>
            <a:rPr lang="en-US" sz="1900" b="0" i="0" kern="1200" baseline="0"/>
            <a:t> sentiment or price — not both together</a:t>
          </a:r>
          <a:endParaRPr lang="en-US" sz="1900" kern="1200"/>
        </a:p>
      </dsp:txBody>
      <dsp:txXfrm>
        <a:off x="869886" y="3535"/>
        <a:ext cx="7359713" cy="753148"/>
      </dsp:txXfrm>
    </dsp:sp>
    <dsp:sp modelId="{B72496F7-C98D-488B-8461-2EC3983450F0}">
      <dsp:nvSpPr>
        <dsp:cNvPr id="0" name=""/>
        <dsp:cNvSpPr/>
      </dsp:nvSpPr>
      <dsp:spPr>
        <a:xfrm>
          <a:off x="0" y="944971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61D908-5BD2-4236-B60E-64F05A621BF3}">
      <dsp:nvSpPr>
        <dsp:cNvPr id="0" name=""/>
        <dsp:cNvSpPr/>
      </dsp:nvSpPr>
      <dsp:spPr>
        <a:xfrm>
          <a:off x="227827" y="1114429"/>
          <a:ext cx="414231" cy="4142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8882CB-A7CF-4679-B0F5-784B945CB9A3}">
      <dsp:nvSpPr>
        <dsp:cNvPr id="0" name=""/>
        <dsp:cNvSpPr/>
      </dsp:nvSpPr>
      <dsp:spPr>
        <a:xfrm>
          <a:off x="869886" y="944971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Limited research on combining sentiment with </a:t>
          </a:r>
          <a:r>
            <a:rPr lang="en-US" sz="1900" b="0" i="1" kern="1200" baseline="0"/>
            <a:t>commodity</a:t>
          </a:r>
          <a:r>
            <a:rPr lang="en-US" sz="1900" b="0" i="0" kern="1200" baseline="0"/>
            <a:t> markets (gold)</a:t>
          </a:r>
          <a:endParaRPr lang="en-US" sz="1900" kern="1200"/>
        </a:p>
      </dsp:txBody>
      <dsp:txXfrm>
        <a:off x="869886" y="944971"/>
        <a:ext cx="7359713" cy="753148"/>
      </dsp:txXfrm>
    </dsp:sp>
    <dsp:sp modelId="{3DDB410D-2465-4B6F-83E7-485C5E7DF255}">
      <dsp:nvSpPr>
        <dsp:cNvPr id="0" name=""/>
        <dsp:cNvSpPr/>
      </dsp:nvSpPr>
      <dsp:spPr>
        <a:xfrm>
          <a:off x="0" y="1886407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99E5F7-AFDB-402C-A43F-360430E0AC91}">
      <dsp:nvSpPr>
        <dsp:cNvPr id="0" name=""/>
        <dsp:cNvSpPr/>
      </dsp:nvSpPr>
      <dsp:spPr>
        <a:xfrm>
          <a:off x="227827" y="2055865"/>
          <a:ext cx="414231" cy="4142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A84A1D-F431-4990-8F98-58B15033EF98}">
      <dsp:nvSpPr>
        <dsp:cNvPr id="0" name=""/>
        <dsp:cNvSpPr/>
      </dsp:nvSpPr>
      <dsp:spPr>
        <a:xfrm>
          <a:off x="869886" y="1886407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Lack of real-time NLP-driven analysis tools</a:t>
          </a:r>
          <a:endParaRPr lang="en-US" sz="1900" kern="1200"/>
        </a:p>
      </dsp:txBody>
      <dsp:txXfrm>
        <a:off x="869886" y="1886407"/>
        <a:ext cx="7359713" cy="753148"/>
      </dsp:txXfrm>
    </dsp:sp>
    <dsp:sp modelId="{069F6DB1-9786-43C2-B93F-C953583B6131}">
      <dsp:nvSpPr>
        <dsp:cNvPr id="0" name=""/>
        <dsp:cNvSpPr/>
      </dsp:nvSpPr>
      <dsp:spPr>
        <a:xfrm>
          <a:off x="0" y="2827842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1425B4-C435-4DAD-98C2-85F8A4807B06}">
      <dsp:nvSpPr>
        <dsp:cNvPr id="0" name=""/>
        <dsp:cNvSpPr/>
      </dsp:nvSpPr>
      <dsp:spPr>
        <a:xfrm>
          <a:off x="227827" y="2997301"/>
          <a:ext cx="414231" cy="4142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EB974D-EC9B-4B03-A673-A01EDDDB2565}">
      <dsp:nvSpPr>
        <dsp:cNvPr id="0" name=""/>
        <dsp:cNvSpPr/>
      </dsp:nvSpPr>
      <dsp:spPr>
        <a:xfrm>
          <a:off x="869886" y="2827842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No unified framework linking global events → sentiment → gold trend</a:t>
          </a:r>
          <a:endParaRPr lang="en-US" sz="1900" kern="1200"/>
        </a:p>
      </dsp:txBody>
      <dsp:txXfrm>
        <a:off x="869886" y="2827842"/>
        <a:ext cx="7359713" cy="753148"/>
      </dsp:txXfrm>
    </dsp:sp>
    <dsp:sp modelId="{44328E75-86C3-4FCF-9894-752BAB121D30}">
      <dsp:nvSpPr>
        <dsp:cNvPr id="0" name=""/>
        <dsp:cNvSpPr/>
      </dsp:nvSpPr>
      <dsp:spPr>
        <a:xfrm>
          <a:off x="0" y="3769278"/>
          <a:ext cx="8229600" cy="7531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43B4B2-0EDC-485A-8673-A95EF8E91646}">
      <dsp:nvSpPr>
        <dsp:cNvPr id="0" name=""/>
        <dsp:cNvSpPr/>
      </dsp:nvSpPr>
      <dsp:spPr>
        <a:xfrm>
          <a:off x="227827" y="3938736"/>
          <a:ext cx="414231" cy="4142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EE7484-DF16-4BEE-BD0F-7D0DFBE34B33}">
      <dsp:nvSpPr>
        <dsp:cNvPr id="0" name=""/>
        <dsp:cNvSpPr/>
      </dsp:nvSpPr>
      <dsp:spPr>
        <a:xfrm>
          <a:off x="869886" y="3769278"/>
          <a:ext cx="7359713" cy="753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708" tIns="79708" rIns="79708" bIns="7970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This project bridges this gap using a hybrid AI approach</a:t>
          </a:r>
          <a:endParaRPr lang="en-US" sz="1900" kern="1200"/>
        </a:p>
      </dsp:txBody>
      <dsp:txXfrm>
        <a:off x="869886" y="3769278"/>
        <a:ext cx="7359713" cy="7531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B24F42-201E-47F4-B72E-98AD1FBEEA87}">
      <dsp:nvSpPr>
        <dsp:cNvPr id="0" name=""/>
        <dsp:cNvSpPr/>
      </dsp:nvSpPr>
      <dsp:spPr>
        <a:xfrm>
          <a:off x="0" y="735468"/>
          <a:ext cx="8229600" cy="13577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C6CB2E-01EA-48A1-895D-FC7302C94B40}">
      <dsp:nvSpPr>
        <dsp:cNvPr id="0" name=""/>
        <dsp:cNvSpPr/>
      </dsp:nvSpPr>
      <dsp:spPr>
        <a:xfrm>
          <a:off x="410731" y="1040971"/>
          <a:ext cx="746783" cy="7467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A140A2-389C-4B15-A6C0-73FF0FBFE522}">
      <dsp:nvSpPr>
        <dsp:cNvPr id="0" name=""/>
        <dsp:cNvSpPr/>
      </dsp:nvSpPr>
      <dsp:spPr>
        <a:xfrm>
          <a:off x="1568246" y="735468"/>
          <a:ext cx="6661353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Financial markets fluctuate unpredictably after global events.</a:t>
          </a:r>
        </a:p>
      </dsp:txBody>
      <dsp:txXfrm>
        <a:off x="1568246" y="735468"/>
        <a:ext cx="6661353" cy="1357788"/>
      </dsp:txXfrm>
    </dsp:sp>
    <dsp:sp modelId="{3C001807-30D4-4E71-9947-E5BE901E495B}">
      <dsp:nvSpPr>
        <dsp:cNvPr id="0" name=""/>
        <dsp:cNvSpPr/>
      </dsp:nvSpPr>
      <dsp:spPr>
        <a:xfrm>
          <a:off x="0" y="2432705"/>
          <a:ext cx="8229600" cy="13577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A267F1-4CC9-4B09-A078-03EE85F67CE8}">
      <dsp:nvSpPr>
        <dsp:cNvPr id="0" name=""/>
        <dsp:cNvSpPr/>
      </dsp:nvSpPr>
      <dsp:spPr>
        <a:xfrm>
          <a:off x="410731" y="2738207"/>
          <a:ext cx="746783" cy="7467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12DB97-0491-4B37-99DE-04C39BAABE47}">
      <dsp:nvSpPr>
        <dsp:cNvPr id="0" name=""/>
        <dsp:cNvSpPr/>
      </dsp:nvSpPr>
      <dsp:spPr>
        <a:xfrm>
          <a:off x="1568246" y="2432705"/>
          <a:ext cx="6661353" cy="1357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699" tIns="143699" rIns="143699" bIns="143699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There is no AI-based system that combines event sentiment and price forecasting, especially for gold.</a:t>
          </a:r>
        </a:p>
      </dsp:txBody>
      <dsp:txXfrm>
        <a:off x="1568246" y="2432705"/>
        <a:ext cx="6661353" cy="135778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00F869-42C5-430D-8142-293A23645D1D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535E73-28C4-4AC0-A6AD-EEC1AE6D9983}">
      <dsp:nvSpPr>
        <dsp:cNvPr id="0" name=""/>
        <dsp:cNvSpPr/>
      </dsp:nvSpPr>
      <dsp:spPr>
        <a:xfrm>
          <a:off x="0" y="675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Manual news tracking → slow, error-prone</a:t>
          </a:r>
          <a:endParaRPr lang="en-US" sz="3100" kern="1200"/>
        </a:p>
      </dsp:txBody>
      <dsp:txXfrm>
        <a:off x="0" y="675"/>
        <a:ext cx="5175384" cy="1106957"/>
      </dsp:txXfrm>
    </dsp:sp>
    <dsp:sp modelId="{DE8D20CF-2D3A-423D-9422-09C9208B14A4}">
      <dsp:nvSpPr>
        <dsp:cNvPr id="0" name=""/>
        <dsp:cNvSpPr/>
      </dsp:nvSpPr>
      <dsp:spPr>
        <a:xfrm>
          <a:off x="0" y="1107633"/>
          <a:ext cx="5175384" cy="0"/>
        </a:xfrm>
        <a:prstGeom prst="line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C4E63E-4A37-4060-9E30-EBFAC21345EB}">
      <dsp:nvSpPr>
        <dsp:cNvPr id="0" name=""/>
        <dsp:cNvSpPr/>
      </dsp:nvSpPr>
      <dsp:spPr>
        <a:xfrm>
          <a:off x="0" y="1107633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No real-time mapping of sentiment to gold prices</a:t>
          </a:r>
          <a:endParaRPr lang="en-US" sz="3100" kern="1200"/>
        </a:p>
      </dsp:txBody>
      <dsp:txXfrm>
        <a:off x="0" y="1107633"/>
        <a:ext cx="5175384" cy="1106957"/>
      </dsp:txXfrm>
    </dsp:sp>
    <dsp:sp modelId="{D05FAFB7-C079-4ADC-B660-814E7D0516C2}">
      <dsp:nvSpPr>
        <dsp:cNvPr id="0" name=""/>
        <dsp:cNvSpPr/>
      </dsp:nvSpPr>
      <dsp:spPr>
        <a:xfrm>
          <a:off x="0" y="2214591"/>
          <a:ext cx="5175384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FE3481-AC91-48AA-BD8A-8D2311DBB64C}">
      <dsp:nvSpPr>
        <dsp:cNvPr id="0" name=""/>
        <dsp:cNvSpPr/>
      </dsp:nvSpPr>
      <dsp:spPr>
        <a:xfrm>
          <a:off x="0" y="2214591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Lexicon methods fail with finance jargon</a:t>
          </a:r>
          <a:endParaRPr lang="en-US" sz="3100" kern="1200"/>
        </a:p>
      </dsp:txBody>
      <dsp:txXfrm>
        <a:off x="0" y="2214591"/>
        <a:ext cx="5175384" cy="1106957"/>
      </dsp:txXfrm>
    </dsp:sp>
    <dsp:sp modelId="{B5984432-9315-4A3E-8A0D-1DCA0C3579E3}">
      <dsp:nvSpPr>
        <dsp:cNvPr id="0" name=""/>
        <dsp:cNvSpPr/>
      </dsp:nvSpPr>
      <dsp:spPr>
        <a:xfrm>
          <a:off x="0" y="3321549"/>
          <a:ext cx="5175384" cy="0"/>
        </a:xfrm>
        <a:prstGeom prst="line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611A78-86E7-489D-8430-4E90135E5517}">
      <dsp:nvSpPr>
        <dsp:cNvPr id="0" name=""/>
        <dsp:cNvSpPr/>
      </dsp:nvSpPr>
      <dsp:spPr>
        <a:xfrm>
          <a:off x="0" y="3321549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ML models need large labeled datasets</a:t>
          </a:r>
          <a:endParaRPr lang="en-US" sz="3100" kern="1200"/>
        </a:p>
      </dsp:txBody>
      <dsp:txXfrm>
        <a:off x="0" y="3321549"/>
        <a:ext cx="5175384" cy="1106957"/>
      </dsp:txXfrm>
    </dsp:sp>
    <dsp:sp modelId="{B10F9914-C0DA-46B4-B8A9-3C4901384773}">
      <dsp:nvSpPr>
        <dsp:cNvPr id="0" name=""/>
        <dsp:cNvSpPr/>
      </dsp:nvSpPr>
      <dsp:spPr>
        <a:xfrm>
          <a:off x="0" y="4428507"/>
          <a:ext cx="5175384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05C6FD-6583-4150-9EDF-39DD77C8FD1B}">
      <dsp:nvSpPr>
        <dsp:cNvPr id="0" name=""/>
        <dsp:cNvSpPr/>
      </dsp:nvSpPr>
      <dsp:spPr>
        <a:xfrm>
          <a:off x="0" y="4428507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Commodity sentiment analysis is under-explored</a:t>
          </a:r>
          <a:endParaRPr lang="en-US" sz="3100" kern="1200"/>
        </a:p>
      </dsp:txBody>
      <dsp:txXfrm>
        <a:off x="0" y="4428507"/>
        <a:ext cx="5175384" cy="110695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E711E9-37F0-4EBC-B9E9-E994B4698A07}">
      <dsp:nvSpPr>
        <dsp:cNvPr id="0" name=""/>
        <dsp:cNvSpPr/>
      </dsp:nvSpPr>
      <dsp:spPr>
        <a:xfrm>
          <a:off x="0" y="430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54BA81-457E-483D-8352-900AAFC6931F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039480-7A37-45AD-8D79-9E1A04D49AA6}">
      <dsp:nvSpPr>
        <dsp:cNvPr id="0" name=""/>
        <dsp:cNvSpPr/>
      </dsp:nvSpPr>
      <dsp:spPr>
        <a:xfrm>
          <a:off x="1059754" y="430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1. Collect gold price data (Yahoo Finance API).</a:t>
          </a:r>
        </a:p>
      </dsp:txBody>
      <dsp:txXfrm>
        <a:off x="1059754" y="4307"/>
        <a:ext cx="3713413" cy="917536"/>
      </dsp:txXfrm>
    </dsp:sp>
    <dsp:sp modelId="{E0FA18C6-1D41-4877-BC18-EE04C93A02A5}">
      <dsp:nvSpPr>
        <dsp:cNvPr id="0" name=""/>
        <dsp:cNvSpPr/>
      </dsp:nvSpPr>
      <dsp:spPr>
        <a:xfrm>
          <a:off x="0" y="115122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7FE0CA-403B-4C0B-8B9C-64699292B275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CF1415-9268-4AEA-9813-374D302A958C}">
      <dsp:nvSpPr>
        <dsp:cNvPr id="0" name=""/>
        <dsp:cNvSpPr/>
      </dsp:nvSpPr>
      <dsp:spPr>
        <a:xfrm>
          <a:off x="1059754" y="115122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2. Gather world/financial news (NewsAPI).</a:t>
          </a:r>
        </a:p>
      </dsp:txBody>
      <dsp:txXfrm>
        <a:off x="1059754" y="1151227"/>
        <a:ext cx="3713413" cy="917536"/>
      </dsp:txXfrm>
    </dsp:sp>
    <dsp:sp modelId="{A7BE5897-11F4-40CB-9784-07141F86C997}">
      <dsp:nvSpPr>
        <dsp:cNvPr id="0" name=""/>
        <dsp:cNvSpPr/>
      </dsp:nvSpPr>
      <dsp:spPr>
        <a:xfrm>
          <a:off x="0" y="229814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06B507-D5D5-4B85-806E-D25C3EB3EBDA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0EA485-D19F-4D58-B82D-F7069384BFB1}">
      <dsp:nvSpPr>
        <dsp:cNvPr id="0" name=""/>
        <dsp:cNvSpPr/>
      </dsp:nvSpPr>
      <dsp:spPr>
        <a:xfrm>
          <a:off x="1059754" y="229814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3. Use NLP for sentiment analysis.</a:t>
          </a:r>
        </a:p>
      </dsp:txBody>
      <dsp:txXfrm>
        <a:off x="1059754" y="2298147"/>
        <a:ext cx="3713413" cy="917536"/>
      </dsp:txXfrm>
    </dsp:sp>
    <dsp:sp modelId="{E6865C5D-9F37-4A50-A603-06360EDBE211}">
      <dsp:nvSpPr>
        <dsp:cNvPr id="0" name=""/>
        <dsp:cNvSpPr/>
      </dsp:nvSpPr>
      <dsp:spPr>
        <a:xfrm>
          <a:off x="0" y="344506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14F749-68BF-49B5-9308-688ECCCA42A0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EBAD77-410D-4123-9FD6-310BFDD2A7AC}">
      <dsp:nvSpPr>
        <dsp:cNvPr id="0" name=""/>
        <dsp:cNvSpPr/>
      </dsp:nvSpPr>
      <dsp:spPr>
        <a:xfrm>
          <a:off x="1059754" y="344506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4. Correlate sentiment with price changes.</a:t>
          </a:r>
        </a:p>
      </dsp:txBody>
      <dsp:txXfrm>
        <a:off x="1059754" y="3445068"/>
        <a:ext cx="3713413" cy="917536"/>
      </dsp:txXfrm>
    </dsp:sp>
    <dsp:sp modelId="{3A80E0EA-EF13-4A10-AB3E-A6B47DF88F88}">
      <dsp:nvSpPr>
        <dsp:cNvPr id="0" name=""/>
        <dsp:cNvSpPr/>
      </dsp:nvSpPr>
      <dsp:spPr>
        <a:xfrm>
          <a:off x="0" y="459198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99FDA-0938-48C0-9865-BD8C61BC632B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AF7416-DFFB-418A-A655-A57BC9C7998C}">
      <dsp:nvSpPr>
        <dsp:cNvPr id="0" name=""/>
        <dsp:cNvSpPr/>
      </dsp:nvSpPr>
      <dsp:spPr>
        <a:xfrm>
          <a:off x="1059754" y="459198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5. Identify repeating patterns.</a:t>
          </a:r>
        </a:p>
      </dsp:txBody>
      <dsp:txXfrm>
        <a:off x="1059754" y="4591988"/>
        <a:ext cx="3713413" cy="91753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F41B75-B5BB-441D-ACA4-F1909858A56E}">
      <dsp:nvSpPr>
        <dsp:cNvPr id="0" name=""/>
        <dsp:cNvSpPr/>
      </dsp:nvSpPr>
      <dsp:spPr>
        <a:xfrm>
          <a:off x="2138737" y="935381"/>
          <a:ext cx="4614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1493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81" y="978641"/>
        <a:ext cx="24604" cy="4920"/>
      </dsp:txXfrm>
    </dsp:sp>
    <dsp:sp modelId="{73AD20F0-0ADE-4C96-A019-84D9BFD5A609}">
      <dsp:nvSpPr>
        <dsp:cNvPr id="0" name=""/>
        <dsp:cNvSpPr/>
      </dsp:nvSpPr>
      <dsp:spPr>
        <a:xfrm>
          <a:off x="1002" y="339241"/>
          <a:ext cx="2139535" cy="128372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839" tIns="110047" rIns="104839" bIns="110047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Workflow:</a:t>
          </a:r>
        </a:p>
      </dsp:txBody>
      <dsp:txXfrm>
        <a:off x="1002" y="339241"/>
        <a:ext cx="2139535" cy="1283721"/>
      </dsp:txXfrm>
    </dsp:sp>
    <dsp:sp modelId="{36D420F4-B378-4FBB-B0EF-EE4B670D2C57}">
      <dsp:nvSpPr>
        <dsp:cNvPr id="0" name=""/>
        <dsp:cNvSpPr/>
      </dsp:nvSpPr>
      <dsp:spPr>
        <a:xfrm>
          <a:off x="1070769" y="1621162"/>
          <a:ext cx="2631628" cy="461493"/>
        </a:xfrm>
        <a:custGeom>
          <a:avLst/>
          <a:gdLst/>
          <a:ahLst/>
          <a:cxnLst/>
          <a:rect l="0" t="0" r="0" b="0"/>
          <a:pathLst>
            <a:path>
              <a:moveTo>
                <a:pt x="2631628" y="0"/>
              </a:moveTo>
              <a:lnTo>
                <a:pt x="2631628" y="247846"/>
              </a:lnTo>
              <a:lnTo>
                <a:pt x="0" y="247846"/>
              </a:lnTo>
              <a:lnTo>
                <a:pt x="0" y="461493"/>
              </a:lnTo>
            </a:path>
          </a:pathLst>
        </a:custGeom>
        <a:noFill/>
        <a:ln w="9525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19652" y="1849448"/>
        <a:ext cx="133862" cy="4920"/>
      </dsp:txXfrm>
    </dsp:sp>
    <dsp:sp modelId="{91135425-E5FF-42DF-862D-887847EBF217}">
      <dsp:nvSpPr>
        <dsp:cNvPr id="0" name=""/>
        <dsp:cNvSpPr/>
      </dsp:nvSpPr>
      <dsp:spPr>
        <a:xfrm>
          <a:off x="2632630" y="339241"/>
          <a:ext cx="2139535" cy="1283721"/>
        </a:xfrm>
        <a:prstGeom prst="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839" tIns="110047" rIns="104839" bIns="110047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→Global Event / News </a:t>
          </a:r>
        </a:p>
      </dsp:txBody>
      <dsp:txXfrm>
        <a:off x="2632630" y="339241"/>
        <a:ext cx="2139535" cy="1283721"/>
      </dsp:txXfrm>
    </dsp:sp>
    <dsp:sp modelId="{DE2E1958-3052-4D81-981D-1501FA93D15A}">
      <dsp:nvSpPr>
        <dsp:cNvPr id="0" name=""/>
        <dsp:cNvSpPr/>
      </dsp:nvSpPr>
      <dsp:spPr>
        <a:xfrm>
          <a:off x="2138737" y="2711196"/>
          <a:ext cx="4614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1493" y="45720"/>
              </a:lnTo>
            </a:path>
          </a:pathLst>
        </a:custGeom>
        <a:noFill/>
        <a:ln w="9525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81" y="2754455"/>
        <a:ext cx="24604" cy="4920"/>
      </dsp:txXfrm>
    </dsp:sp>
    <dsp:sp modelId="{46FB700A-4687-465A-B6FA-6C9EE1B51842}">
      <dsp:nvSpPr>
        <dsp:cNvPr id="0" name=""/>
        <dsp:cNvSpPr/>
      </dsp:nvSpPr>
      <dsp:spPr>
        <a:xfrm>
          <a:off x="1002" y="2115055"/>
          <a:ext cx="2139535" cy="1283721"/>
        </a:xfrm>
        <a:prstGeom prst="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839" tIns="110047" rIns="104839" bIns="110047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→ Sentiment Analysis</a:t>
          </a:r>
        </a:p>
      </dsp:txBody>
      <dsp:txXfrm>
        <a:off x="1002" y="2115055"/>
        <a:ext cx="2139535" cy="1283721"/>
      </dsp:txXfrm>
    </dsp:sp>
    <dsp:sp modelId="{A8FC2C8C-63E0-4610-BBB7-567026B359DB}">
      <dsp:nvSpPr>
        <dsp:cNvPr id="0" name=""/>
        <dsp:cNvSpPr/>
      </dsp:nvSpPr>
      <dsp:spPr>
        <a:xfrm>
          <a:off x="1070769" y="3396976"/>
          <a:ext cx="2631628" cy="461493"/>
        </a:xfrm>
        <a:custGeom>
          <a:avLst/>
          <a:gdLst/>
          <a:ahLst/>
          <a:cxnLst/>
          <a:rect l="0" t="0" r="0" b="0"/>
          <a:pathLst>
            <a:path>
              <a:moveTo>
                <a:pt x="2631628" y="0"/>
              </a:moveTo>
              <a:lnTo>
                <a:pt x="2631628" y="247846"/>
              </a:lnTo>
              <a:lnTo>
                <a:pt x="0" y="247846"/>
              </a:lnTo>
              <a:lnTo>
                <a:pt x="0" y="461493"/>
              </a:lnTo>
            </a:path>
          </a:pathLst>
        </a:custGeom>
        <a:noFill/>
        <a:ln w="9525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19652" y="3625262"/>
        <a:ext cx="133862" cy="4920"/>
      </dsp:txXfrm>
    </dsp:sp>
    <dsp:sp modelId="{C7F31640-2D35-4755-B50E-C4D7A8845AFC}">
      <dsp:nvSpPr>
        <dsp:cNvPr id="0" name=""/>
        <dsp:cNvSpPr/>
      </dsp:nvSpPr>
      <dsp:spPr>
        <a:xfrm>
          <a:off x="2632630" y="2115055"/>
          <a:ext cx="2139535" cy="1283721"/>
        </a:xfrm>
        <a:prstGeom prst="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839" tIns="110047" rIns="104839" bIns="110047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→ Historical Gold Data</a:t>
          </a:r>
        </a:p>
      </dsp:txBody>
      <dsp:txXfrm>
        <a:off x="2632630" y="2115055"/>
        <a:ext cx="2139535" cy="1283721"/>
      </dsp:txXfrm>
    </dsp:sp>
    <dsp:sp modelId="{9E559434-751F-492D-ACF2-83ADE0358E68}">
      <dsp:nvSpPr>
        <dsp:cNvPr id="0" name=""/>
        <dsp:cNvSpPr/>
      </dsp:nvSpPr>
      <dsp:spPr>
        <a:xfrm>
          <a:off x="2138737" y="4487010"/>
          <a:ext cx="4614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1493" y="45720"/>
              </a:lnTo>
            </a:path>
          </a:pathLst>
        </a:custGeom>
        <a:noFill/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81" y="4530269"/>
        <a:ext cx="24604" cy="4920"/>
      </dsp:txXfrm>
    </dsp:sp>
    <dsp:sp modelId="{42886AF3-062E-4CA9-B232-BE5668A3DF0C}">
      <dsp:nvSpPr>
        <dsp:cNvPr id="0" name=""/>
        <dsp:cNvSpPr/>
      </dsp:nvSpPr>
      <dsp:spPr>
        <a:xfrm>
          <a:off x="1002" y="3890869"/>
          <a:ext cx="2139535" cy="1283721"/>
        </a:xfrm>
        <a:prstGeom prst="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839" tIns="110047" rIns="104839" bIns="110047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→ Pattern Detection</a:t>
          </a:r>
        </a:p>
      </dsp:txBody>
      <dsp:txXfrm>
        <a:off x="1002" y="3890869"/>
        <a:ext cx="2139535" cy="1283721"/>
      </dsp:txXfrm>
    </dsp:sp>
    <dsp:sp modelId="{5B8AA4CD-3B58-4EA7-8675-7F73AAEE2A79}">
      <dsp:nvSpPr>
        <dsp:cNvPr id="0" name=""/>
        <dsp:cNvSpPr/>
      </dsp:nvSpPr>
      <dsp:spPr>
        <a:xfrm>
          <a:off x="2632630" y="3890869"/>
          <a:ext cx="2139535" cy="1283721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839" tIns="110047" rIns="104839" bIns="110047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→ Insights</a:t>
          </a:r>
        </a:p>
      </dsp:txBody>
      <dsp:txXfrm>
        <a:off x="2632630" y="3890869"/>
        <a:ext cx="2139535" cy="128372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11667F-84DB-4255-BB29-A94C896EA5B4}">
      <dsp:nvSpPr>
        <dsp:cNvPr id="0" name=""/>
        <dsp:cNvSpPr/>
      </dsp:nvSpPr>
      <dsp:spPr>
        <a:xfrm>
          <a:off x="459205" y="811321"/>
          <a:ext cx="750673" cy="75067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7FCF7F-31DE-41C3-8C6E-A48107F04870}">
      <dsp:nvSpPr>
        <dsp:cNvPr id="0" name=""/>
        <dsp:cNvSpPr/>
      </dsp:nvSpPr>
      <dsp:spPr>
        <a:xfrm>
          <a:off x="460" y="1854066"/>
          <a:ext cx="1668164" cy="667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Input: Financial News + Commodity Indicators</a:t>
          </a:r>
          <a:endParaRPr lang="en-US" sz="1500" kern="1200"/>
        </a:p>
      </dsp:txBody>
      <dsp:txXfrm>
        <a:off x="460" y="1854066"/>
        <a:ext cx="1668164" cy="667265"/>
      </dsp:txXfrm>
    </dsp:sp>
    <dsp:sp modelId="{B7756B8C-A1BE-4A88-8134-1849C35FFEA9}">
      <dsp:nvSpPr>
        <dsp:cNvPr id="0" name=""/>
        <dsp:cNvSpPr/>
      </dsp:nvSpPr>
      <dsp:spPr>
        <a:xfrm>
          <a:off x="2419298" y="811321"/>
          <a:ext cx="750673" cy="75067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AC60C9-BFC7-45E9-AD88-9E247F0455F6}">
      <dsp:nvSpPr>
        <dsp:cNvPr id="0" name=""/>
        <dsp:cNvSpPr/>
      </dsp:nvSpPr>
      <dsp:spPr>
        <a:xfrm>
          <a:off x="1960552" y="1854066"/>
          <a:ext cx="1668164" cy="667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NLP Engine: Preprocessing → Sentiment Extraction</a:t>
          </a:r>
          <a:endParaRPr lang="en-US" sz="1500" kern="1200"/>
        </a:p>
      </dsp:txBody>
      <dsp:txXfrm>
        <a:off x="1960552" y="1854066"/>
        <a:ext cx="1668164" cy="667265"/>
      </dsp:txXfrm>
    </dsp:sp>
    <dsp:sp modelId="{3FC95DF6-ADB8-46E0-8AC8-02C686BCC617}">
      <dsp:nvSpPr>
        <dsp:cNvPr id="0" name=""/>
        <dsp:cNvSpPr/>
      </dsp:nvSpPr>
      <dsp:spPr>
        <a:xfrm>
          <a:off x="4379390" y="811321"/>
          <a:ext cx="750673" cy="75067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3E8784-05D2-4FE0-8E35-3C2E9250B026}">
      <dsp:nvSpPr>
        <dsp:cNvPr id="0" name=""/>
        <dsp:cNvSpPr/>
      </dsp:nvSpPr>
      <dsp:spPr>
        <a:xfrm>
          <a:off x="3920645" y="1854066"/>
          <a:ext cx="1668164" cy="667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Data Mapping Layer: Alignment with gold prices</a:t>
          </a:r>
          <a:endParaRPr lang="en-US" sz="1500" kern="1200"/>
        </a:p>
      </dsp:txBody>
      <dsp:txXfrm>
        <a:off x="3920645" y="1854066"/>
        <a:ext cx="1668164" cy="667265"/>
      </dsp:txXfrm>
    </dsp:sp>
    <dsp:sp modelId="{53AE0281-47B9-4A6C-8B89-F0E8A1EB0DAB}">
      <dsp:nvSpPr>
        <dsp:cNvPr id="0" name=""/>
        <dsp:cNvSpPr/>
      </dsp:nvSpPr>
      <dsp:spPr>
        <a:xfrm>
          <a:off x="1439251" y="2938373"/>
          <a:ext cx="750673" cy="75067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70B312-CC0F-40C8-82DF-198904CB509E}">
      <dsp:nvSpPr>
        <dsp:cNvPr id="0" name=""/>
        <dsp:cNvSpPr/>
      </dsp:nvSpPr>
      <dsp:spPr>
        <a:xfrm>
          <a:off x="980506" y="3981119"/>
          <a:ext cx="1668164" cy="667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Visualization Layer: Graphs, trends, correlations</a:t>
          </a:r>
          <a:endParaRPr lang="en-US" sz="1500" kern="1200"/>
        </a:p>
      </dsp:txBody>
      <dsp:txXfrm>
        <a:off x="980506" y="3981119"/>
        <a:ext cx="1668164" cy="667265"/>
      </dsp:txXfrm>
    </dsp:sp>
    <dsp:sp modelId="{EEB4D821-294C-41C6-884B-57FC841FED3C}">
      <dsp:nvSpPr>
        <dsp:cNvPr id="0" name=""/>
        <dsp:cNvSpPr/>
      </dsp:nvSpPr>
      <dsp:spPr>
        <a:xfrm>
          <a:off x="3399344" y="2938373"/>
          <a:ext cx="750673" cy="75067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9CB34F-6BE1-4AD8-A574-FCD5FD4DA63B}">
      <dsp:nvSpPr>
        <dsp:cNvPr id="0" name=""/>
        <dsp:cNvSpPr/>
      </dsp:nvSpPr>
      <dsp:spPr>
        <a:xfrm>
          <a:off x="2940599" y="3981119"/>
          <a:ext cx="1668164" cy="667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Future Forecasting Layer: LSTM/Prophet (planned)</a:t>
          </a:r>
          <a:endParaRPr lang="en-US" sz="1500" kern="1200"/>
        </a:p>
      </dsp:txBody>
      <dsp:txXfrm>
        <a:off x="2940599" y="3981119"/>
        <a:ext cx="1668164" cy="66726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F67188-9D6E-44B3-9397-2A9CB3D9EE7D}">
      <dsp:nvSpPr>
        <dsp:cNvPr id="0" name=""/>
        <dsp:cNvSpPr/>
      </dsp:nvSpPr>
      <dsp:spPr>
        <a:xfrm>
          <a:off x="0" y="1783"/>
          <a:ext cx="4773168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24EEC3-CF2F-4B60-8AC3-05C0FBB0AEFB}">
      <dsp:nvSpPr>
        <dsp:cNvPr id="0" name=""/>
        <dsp:cNvSpPr/>
      </dsp:nvSpPr>
      <dsp:spPr>
        <a:xfrm>
          <a:off x="229911" y="172791"/>
          <a:ext cx="418020" cy="4180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4EC7B7-4FC3-4933-AA4E-E001301F3EE3}">
      <dsp:nvSpPr>
        <dsp:cNvPr id="0" name=""/>
        <dsp:cNvSpPr/>
      </dsp:nvSpPr>
      <dsp:spPr>
        <a:xfrm>
          <a:off x="877842" y="1783"/>
          <a:ext cx="3895325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Phase 1:Collect news + commodity data</a:t>
          </a:r>
          <a:endParaRPr lang="en-US" sz="1900" kern="1200" dirty="0"/>
        </a:p>
      </dsp:txBody>
      <dsp:txXfrm>
        <a:off x="877842" y="1783"/>
        <a:ext cx="3895325" cy="760036"/>
      </dsp:txXfrm>
    </dsp:sp>
    <dsp:sp modelId="{57D7A20A-7007-4434-A88F-4C3EB978EEE3}">
      <dsp:nvSpPr>
        <dsp:cNvPr id="0" name=""/>
        <dsp:cNvSpPr/>
      </dsp:nvSpPr>
      <dsp:spPr>
        <a:xfrm>
          <a:off x="0" y="951829"/>
          <a:ext cx="4773168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8B0106-DD80-44BF-8482-858B2F91DE64}">
      <dsp:nvSpPr>
        <dsp:cNvPr id="0" name=""/>
        <dsp:cNvSpPr/>
      </dsp:nvSpPr>
      <dsp:spPr>
        <a:xfrm>
          <a:off x="229911" y="1122837"/>
          <a:ext cx="418020" cy="41802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591BC4-E37C-474C-B925-0FF63D3AD867}">
      <dsp:nvSpPr>
        <dsp:cNvPr id="0" name=""/>
        <dsp:cNvSpPr/>
      </dsp:nvSpPr>
      <dsp:spPr>
        <a:xfrm>
          <a:off x="877842" y="951829"/>
          <a:ext cx="3895325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Phase 2:Sentiment scoring </a:t>
          </a:r>
          <a:endParaRPr lang="en-US" sz="1900" kern="1200" dirty="0"/>
        </a:p>
      </dsp:txBody>
      <dsp:txXfrm>
        <a:off x="877842" y="951829"/>
        <a:ext cx="3895325" cy="760036"/>
      </dsp:txXfrm>
    </dsp:sp>
    <dsp:sp modelId="{69866836-3A8E-4FB7-B7D0-24D00FD34C9C}">
      <dsp:nvSpPr>
        <dsp:cNvPr id="0" name=""/>
        <dsp:cNvSpPr/>
      </dsp:nvSpPr>
      <dsp:spPr>
        <a:xfrm>
          <a:off x="0" y="1901874"/>
          <a:ext cx="4773168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94E887-DADA-47CA-9EFE-690445D1C8AC}">
      <dsp:nvSpPr>
        <dsp:cNvPr id="0" name=""/>
        <dsp:cNvSpPr/>
      </dsp:nvSpPr>
      <dsp:spPr>
        <a:xfrm>
          <a:off x="229911" y="2072883"/>
          <a:ext cx="418020" cy="41802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166D5D-BA1D-4E83-A0AE-2DE21FE54025}">
      <dsp:nvSpPr>
        <dsp:cNvPr id="0" name=""/>
        <dsp:cNvSpPr/>
      </dsp:nvSpPr>
      <dsp:spPr>
        <a:xfrm>
          <a:off x="877842" y="1901874"/>
          <a:ext cx="3895325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Phase 3: Align sentiment with price indicators</a:t>
          </a:r>
        </a:p>
      </dsp:txBody>
      <dsp:txXfrm>
        <a:off x="877842" y="1901874"/>
        <a:ext cx="3895325" cy="760036"/>
      </dsp:txXfrm>
    </dsp:sp>
    <dsp:sp modelId="{4DDEF995-5C8D-489D-93CA-FA0E2BF84958}">
      <dsp:nvSpPr>
        <dsp:cNvPr id="0" name=""/>
        <dsp:cNvSpPr/>
      </dsp:nvSpPr>
      <dsp:spPr>
        <a:xfrm>
          <a:off x="0" y="2851920"/>
          <a:ext cx="4773168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B3ABF4-53D2-4E6D-8D12-CB682FBBCC02}">
      <dsp:nvSpPr>
        <dsp:cNvPr id="0" name=""/>
        <dsp:cNvSpPr/>
      </dsp:nvSpPr>
      <dsp:spPr>
        <a:xfrm>
          <a:off x="229911" y="3022928"/>
          <a:ext cx="418020" cy="4180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AF2AF1-8A42-4544-B02D-4925225691D2}">
      <dsp:nvSpPr>
        <dsp:cNvPr id="0" name=""/>
        <dsp:cNvSpPr/>
      </dsp:nvSpPr>
      <dsp:spPr>
        <a:xfrm>
          <a:off x="877842" y="2851920"/>
          <a:ext cx="3895325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Phase 4: Data visualization</a:t>
          </a:r>
        </a:p>
      </dsp:txBody>
      <dsp:txXfrm>
        <a:off x="877842" y="2851920"/>
        <a:ext cx="3895325" cy="760036"/>
      </dsp:txXfrm>
    </dsp:sp>
    <dsp:sp modelId="{F241A47F-6940-48A0-9687-AFDA75BB9A6B}">
      <dsp:nvSpPr>
        <dsp:cNvPr id="0" name=""/>
        <dsp:cNvSpPr/>
      </dsp:nvSpPr>
      <dsp:spPr>
        <a:xfrm>
          <a:off x="0" y="3801966"/>
          <a:ext cx="4773168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092CCC-1813-4516-A66B-5A6B67E8EF1C}">
      <dsp:nvSpPr>
        <dsp:cNvPr id="0" name=""/>
        <dsp:cNvSpPr/>
      </dsp:nvSpPr>
      <dsp:spPr>
        <a:xfrm>
          <a:off x="229911" y="3972974"/>
          <a:ext cx="418020" cy="4180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E02BA5-6CEF-442C-8058-8F7815C983D9}">
      <dsp:nvSpPr>
        <dsp:cNvPr id="0" name=""/>
        <dsp:cNvSpPr/>
      </dsp:nvSpPr>
      <dsp:spPr>
        <a:xfrm>
          <a:off x="877842" y="3801966"/>
          <a:ext cx="3895325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Phase 5: Correlation analysis</a:t>
          </a:r>
        </a:p>
      </dsp:txBody>
      <dsp:txXfrm>
        <a:off x="877842" y="3801966"/>
        <a:ext cx="3895325" cy="760036"/>
      </dsp:txXfrm>
    </dsp:sp>
    <dsp:sp modelId="{02FB6E9E-B2DF-4D04-8721-C8F426845ADD}">
      <dsp:nvSpPr>
        <dsp:cNvPr id="0" name=""/>
        <dsp:cNvSpPr/>
      </dsp:nvSpPr>
      <dsp:spPr>
        <a:xfrm>
          <a:off x="0" y="4752011"/>
          <a:ext cx="4773168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B649BC-6A54-48EA-AD79-A56D0D0E7FB9}">
      <dsp:nvSpPr>
        <dsp:cNvPr id="0" name=""/>
        <dsp:cNvSpPr/>
      </dsp:nvSpPr>
      <dsp:spPr>
        <a:xfrm>
          <a:off x="229911" y="4923020"/>
          <a:ext cx="418020" cy="4180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BC880B-B479-42A9-9503-21A48BBA6D0A}">
      <dsp:nvSpPr>
        <dsp:cNvPr id="0" name=""/>
        <dsp:cNvSpPr/>
      </dsp:nvSpPr>
      <dsp:spPr>
        <a:xfrm>
          <a:off x="877842" y="4752011"/>
          <a:ext cx="3895325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Phase 6: Model preparation </a:t>
          </a:r>
        </a:p>
      </dsp:txBody>
      <dsp:txXfrm>
        <a:off x="877842" y="4752011"/>
        <a:ext cx="3895325" cy="76003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AE3D68-EC4A-4009-A40E-3FCDF9E01CBF}">
      <dsp:nvSpPr>
        <dsp:cNvPr id="0" name=""/>
        <dsp:cNvSpPr/>
      </dsp:nvSpPr>
      <dsp:spPr>
        <a:xfrm>
          <a:off x="585916" y="1423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B352D1-BB91-490E-A564-687A85FF62E8}">
      <dsp:nvSpPr>
        <dsp:cNvPr id="0" name=""/>
        <dsp:cNvSpPr/>
      </dsp:nvSpPr>
      <dsp:spPr>
        <a:xfrm>
          <a:off x="807805" y="223312"/>
          <a:ext cx="597392" cy="5973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83506E-7499-4537-B390-A4539F0C8C20}">
      <dsp:nvSpPr>
        <dsp:cNvPr id="0" name=""/>
        <dsp:cNvSpPr/>
      </dsp:nvSpPr>
      <dsp:spPr>
        <a:xfrm>
          <a:off x="253083" y="1366892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Sentiment-linked dataset</a:t>
          </a:r>
          <a:endParaRPr lang="en-US" sz="1700" kern="1200"/>
        </a:p>
      </dsp:txBody>
      <dsp:txXfrm>
        <a:off x="253083" y="1366892"/>
        <a:ext cx="1706835" cy="682734"/>
      </dsp:txXfrm>
    </dsp:sp>
    <dsp:sp modelId="{8C87547A-1047-4B48-9DF5-1D333244B972}">
      <dsp:nvSpPr>
        <dsp:cNvPr id="0" name=""/>
        <dsp:cNvSpPr/>
      </dsp:nvSpPr>
      <dsp:spPr>
        <a:xfrm>
          <a:off x="2591448" y="1423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4A477B-880B-410A-981D-F5704E6A1A7D}">
      <dsp:nvSpPr>
        <dsp:cNvPr id="0" name=""/>
        <dsp:cNvSpPr/>
      </dsp:nvSpPr>
      <dsp:spPr>
        <a:xfrm>
          <a:off x="2813337" y="223312"/>
          <a:ext cx="597392" cy="5973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CB861B-A48A-423C-B84D-6AE0FC35621B}">
      <dsp:nvSpPr>
        <dsp:cNvPr id="0" name=""/>
        <dsp:cNvSpPr/>
      </dsp:nvSpPr>
      <dsp:spPr>
        <a:xfrm>
          <a:off x="2258615" y="1366892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Clear visual trends</a:t>
          </a:r>
          <a:endParaRPr lang="en-US" sz="1700" kern="1200"/>
        </a:p>
      </dsp:txBody>
      <dsp:txXfrm>
        <a:off x="2258615" y="1366892"/>
        <a:ext cx="1706835" cy="682734"/>
      </dsp:txXfrm>
    </dsp:sp>
    <dsp:sp modelId="{5314E471-5528-4098-B92A-03B189F369BC}">
      <dsp:nvSpPr>
        <dsp:cNvPr id="0" name=""/>
        <dsp:cNvSpPr/>
      </dsp:nvSpPr>
      <dsp:spPr>
        <a:xfrm>
          <a:off x="4596981" y="1423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7F6C02-878D-4AEE-9C70-0DE71C36CB78}">
      <dsp:nvSpPr>
        <dsp:cNvPr id="0" name=""/>
        <dsp:cNvSpPr/>
      </dsp:nvSpPr>
      <dsp:spPr>
        <a:xfrm>
          <a:off x="4818869" y="223312"/>
          <a:ext cx="597392" cy="5973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F4C414-91B2-42B5-BC36-A761CAB038AE}">
      <dsp:nvSpPr>
        <dsp:cNvPr id="0" name=""/>
        <dsp:cNvSpPr/>
      </dsp:nvSpPr>
      <dsp:spPr>
        <a:xfrm>
          <a:off x="4264148" y="1366892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Correlation insights</a:t>
          </a:r>
          <a:endParaRPr lang="en-US" sz="1700" kern="1200"/>
        </a:p>
      </dsp:txBody>
      <dsp:txXfrm>
        <a:off x="4264148" y="1366892"/>
        <a:ext cx="1706835" cy="682734"/>
      </dsp:txXfrm>
    </dsp:sp>
    <dsp:sp modelId="{6C54709F-7C6D-4592-9DC6-808B3760240D}">
      <dsp:nvSpPr>
        <dsp:cNvPr id="0" name=""/>
        <dsp:cNvSpPr/>
      </dsp:nvSpPr>
      <dsp:spPr>
        <a:xfrm>
          <a:off x="6602513" y="1423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82EBB7-F763-47AB-BA3D-CF1A774E46B0}">
      <dsp:nvSpPr>
        <dsp:cNvPr id="0" name=""/>
        <dsp:cNvSpPr/>
      </dsp:nvSpPr>
      <dsp:spPr>
        <a:xfrm>
          <a:off x="6824402" y="223312"/>
          <a:ext cx="597392" cy="5973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817AEB-3529-49FD-9C72-DDAAC9A505F0}">
      <dsp:nvSpPr>
        <dsp:cNvPr id="0" name=""/>
        <dsp:cNvSpPr/>
      </dsp:nvSpPr>
      <dsp:spPr>
        <a:xfrm>
          <a:off x="6269680" y="1366892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Foundation for AI forecasting</a:t>
          </a:r>
          <a:endParaRPr lang="en-US" sz="1700" kern="1200"/>
        </a:p>
      </dsp:txBody>
      <dsp:txXfrm>
        <a:off x="6269680" y="1366892"/>
        <a:ext cx="1706835" cy="682734"/>
      </dsp:txXfrm>
    </dsp:sp>
    <dsp:sp modelId="{15D2AE7C-2C7E-4B59-AA6B-77D742867CFE}">
      <dsp:nvSpPr>
        <dsp:cNvPr id="0" name=""/>
        <dsp:cNvSpPr/>
      </dsp:nvSpPr>
      <dsp:spPr>
        <a:xfrm>
          <a:off x="3594215" y="2476335"/>
          <a:ext cx="1041169" cy="10411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DC8AB3-48DE-42B3-BAB3-C610DEA244D3}">
      <dsp:nvSpPr>
        <dsp:cNvPr id="0" name=""/>
        <dsp:cNvSpPr/>
      </dsp:nvSpPr>
      <dsp:spPr>
        <a:xfrm>
          <a:off x="3816103" y="2698224"/>
          <a:ext cx="597392" cy="5973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64110E-3B86-43FA-988B-AEEA994E74B0}">
      <dsp:nvSpPr>
        <dsp:cNvPr id="0" name=""/>
        <dsp:cNvSpPr/>
      </dsp:nvSpPr>
      <dsp:spPr>
        <a:xfrm>
          <a:off x="3261382" y="3841804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Expandable into real-time system</a:t>
          </a:r>
          <a:endParaRPr lang="en-US" sz="1700" kern="1200"/>
        </a:p>
      </dsp:txBody>
      <dsp:txXfrm>
        <a:off x="3261382" y="3841804"/>
        <a:ext cx="1706835" cy="68273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C65448-AA6F-44D6-A0F5-A00C6859020E}">
      <dsp:nvSpPr>
        <dsp:cNvPr id="0" name=""/>
        <dsp:cNvSpPr/>
      </dsp:nvSpPr>
      <dsp:spPr>
        <a:xfrm>
          <a:off x="696676" y="377644"/>
          <a:ext cx="1047331" cy="10473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AC2F68-3C22-4FBE-B8B9-D577693DFDA3}">
      <dsp:nvSpPr>
        <dsp:cNvPr id="0" name=""/>
        <dsp:cNvSpPr/>
      </dsp:nvSpPr>
      <dsp:spPr>
        <a:xfrm>
          <a:off x="56640" y="1757145"/>
          <a:ext cx="232740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Project successfully links sentiment with gold movement</a:t>
          </a:r>
          <a:endParaRPr lang="en-US" sz="1500" kern="1200"/>
        </a:p>
      </dsp:txBody>
      <dsp:txXfrm>
        <a:off x="56640" y="1757145"/>
        <a:ext cx="2327403" cy="720000"/>
      </dsp:txXfrm>
    </dsp:sp>
    <dsp:sp modelId="{18E6277A-A5F1-49DE-AAD7-78E556E3BAFD}">
      <dsp:nvSpPr>
        <dsp:cNvPr id="0" name=""/>
        <dsp:cNvSpPr/>
      </dsp:nvSpPr>
      <dsp:spPr>
        <a:xfrm>
          <a:off x="3431375" y="377644"/>
          <a:ext cx="1047331" cy="10473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BAC140-49E0-4E38-899A-7385867C10BE}">
      <dsp:nvSpPr>
        <dsp:cNvPr id="0" name=""/>
        <dsp:cNvSpPr/>
      </dsp:nvSpPr>
      <dsp:spPr>
        <a:xfrm>
          <a:off x="2791339" y="1757145"/>
          <a:ext cx="232740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AI helps simplify complex financial behavior</a:t>
          </a:r>
          <a:endParaRPr lang="en-US" sz="1500" kern="1200"/>
        </a:p>
      </dsp:txBody>
      <dsp:txXfrm>
        <a:off x="2791339" y="1757145"/>
        <a:ext cx="2327403" cy="720000"/>
      </dsp:txXfrm>
    </dsp:sp>
    <dsp:sp modelId="{28221C3E-E4AC-4937-A619-5345221E3064}">
      <dsp:nvSpPr>
        <dsp:cNvPr id="0" name=""/>
        <dsp:cNvSpPr/>
      </dsp:nvSpPr>
      <dsp:spPr>
        <a:xfrm>
          <a:off x="2064026" y="3058995"/>
          <a:ext cx="1047331" cy="10473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CCF22B-8319-467F-A43D-9C07A128AF05}">
      <dsp:nvSpPr>
        <dsp:cNvPr id="0" name=""/>
        <dsp:cNvSpPr/>
      </dsp:nvSpPr>
      <dsp:spPr>
        <a:xfrm>
          <a:off x="1423990" y="4438496"/>
          <a:ext cx="232740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Future extension → real-time prediction</a:t>
          </a:r>
          <a:endParaRPr lang="en-US" sz="1500" kern="1200"/>
        </a:p>
      </dsp:txBody>
      <dsp:txXfrm>
        <a:off x="1423990" y="4438496"/>
        <a:ext cx="2327403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459A5C-D3E6-4832-A422-A7FB1415B83D}">
      <dsp:nvSpPr>
        <dsp:cNvPr id="0" name=""/>
        <dsp:cNvSpPr/>
      </dsp:nvSpPr>
      <dsp:spPr>
        <a:xfrm>
          <a:off x="95060" y="1671734"/>
          <a:ext cx="990787" cy="9907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26A888-921B-45B3-A32E-EEF72618122D}">
      <dsp:nvSpPr>
        <dsp:cNvPr id="0" name=""/>
        <dsp:cNvSpPr/>
      </dsp:nvSpPr>
      <dsp:spPr>
        <a:xfrm>
          <a:off x="303125" y="1879799"/>
          <a:ext cx="574656" cy="5746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5DF817-90F0-472F-B9B4-580F2EDDC0D2}">
      <dsp:nvSpPr>
        <dsp:cNvPr id="0" name=""/>
        <dsp:cNvSpPr/>
      </dsp:nvSpPr>
      <dsp:spPr>
        <a:xfrm>
          <a:off x="1298158" y="1671734"/>
          <a:ext cx="2335426" cy="99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Thank You</a:t>
          </a:r>
        </a:p>
      </dsp:txBody>
      <dsp:txXfrm>
        <a:off x="1298158" y="1671734"/>
        <a:ext cx="2335426" cy="990787"/>
      </dsp:txXfrm>
    </dsp:sp>
    <dsp:sp modelId="{82B3D745-1D8D-4CCD-BE2C-232B5E1B51EF}">
      <dsp:nvSpPr>
        <dsp:cNvPr id="0" name=""/>
        <dsp:cNvSpPr/>
      </dsp:nvSpPr>
      <dsp:spPr>
        <a:xfrm>
          <a:off x="4040516" y="1671734"/>
          <a:ext cx="990787" cy="9907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E596DF-E133-4699-9D37-3D625E6402DE}">
      <dsp:nvSpPr>
        <dsp:cNvPr id="0" name=""/>
        <dsp:cNvSpPr/>
      </dsp:nvSpPr>
      <dsp:spPr>
        <a:xfrm>
          <a:off x="4248581" y="1879799"/>
          <a:ext cx="574656" cy="5746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D5B00C-FD8B-4953-AFD2-01563D392CA5}">
      <dsp:nvSpPr>
        <dsp:cNvPr id="0" name=""/>
        <dsp:cNvSpPr/>
      </dsp:nvSpPr>
      <dsp:spPr>
        <a:xfrm>
          <a:off x="5243614" y="1671734"/>
          <a:ext cx="2335426" cy="99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Questions &amp; Discussion</a:t>
          </a:r>
        </a:p>
      </dsp:txBody>
      <dsp:txXfrm>
        <a:off x="5243614" y="1671734"/>
        <a:ext cx="2335426" cy="9907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AB1E4-7440-459C-A134-645D8D817FBA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6AD790-3D76-4A01-ADC6-CB591501F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907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6AD790-3D76-4A01-ADC6-CB591501F7B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315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7" Type="http://schemas.openxmlformats.org/officeDocument/2006/relationships/hyperlink" Target="https://aurum-analytics.vercel.app/" TargetMode="Externa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14" y="116761"/>
            <a:ext cx="4174039" cy="12227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63A77F-806C-E967-645F-C5F3F68048F9}"/>
              </a:ext>
            </a:extLst>
          </p:cNvPr>
          <p:cNvSpPr txBox="1"/>
          <p:nvPr/>
        </p:nvSpPr>
        <p:spPr>
          <a:xfrm>
            <a:off x="1130316" y="1339506"/>
            <a:ext cx="7399866" cy="1230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6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600" b="1" dirty="0"/>
              <a:t>Department of Computer Science and Engineering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74A481-E601-10B6-3A78-4544A17D2849}"/>
              </a:ext>
            </a:extLst>
          </p:cNvPr>
          <p:cNvSpPr txBox="1"/>
          <p:nvPr/>
        </p:nvSpPr>
        <p:spPr>
          <a:xfrm>
            <a:off x="0" y="5244868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Submitted By:</a:t>
            </a:r>
            <a:br>
              <a:rPr lang="en-IN" sz="2400" dirty="0"/>
            </a:br>
            <a:r>
              <a:rPr lang="en-IN" sz="2400" dirty="0"/>
              <a:t>Divyansh Tuteja</a:t>
            </a:r>
          </a:p>
          <a:p>
            <a:r>
              <a:rPr lang="en-IN" sz="2400" dirty="0"/>
              <a:t>2427030228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BC3DA4-2217-747D-83EC-D528CB1138A6}"/>
              </a:ext>
            </a:extLst>
          </p:cNvPr>
          <p:cNvSpPr txBox="1"/>
          <p:nvPr/>
        </p:nvSpPr>
        <p:spPr>
          <a:xfrm>
            <a:off x="4969933" y="5244868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Supervised By:</a:t>
            </a:r>
            <a:br>
              <a:rPr lang="en-IN" sz="2400" dirty="0"/>
            </a:br>
            <a:r>
              <a:rPr lang="en-IN" sz="2400" dirty="0"/>
              <a:t>Dr. Mohit Kushwaha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20EC40-6C11-A031-C0A9-4A29019BAB4C}"/>
              </a:ext>
            </a:extLst>
          </p:cNvPr>
          <p:cNvSpPr txBox="1"/>
          <p:nvPr/>
        </p:nvSpPr>
        <p:spPr>
          <a:xfrm>
            <a:off x="486833" y="3377345"/>
            <a:ext cx="81703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/>
              <a:t>AI-Based Market Trend Analyzer</a:t>
            </a:r>
          </a:p>
        </p:txBody>
      </p:sp>
    </p:spTree>
    <p:extLst>
      <p:ext uri="{BB962C8B-B14F-4D97-AF65-F5344CB8AC3E}">
        <p14:creationId xmlns:p14="http://schemas.microsoft.com/office/powerpoint/2010/main" val="3977894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68A55F-7B32-44D8-AEE5-1AF405326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490" y="429030"/>
            <a:ext cx="2125980" cy="5457589"/>
          </a:xfrm>
        </p:spPr>
        <p:txBody>
          <a:bodyPr anchor="ctr">
            <a:normAutofit/>
          </a:bodyPr>
          <a:lstStyle/>
          <a:p>
            <a:r>
              <a:rPr lang="en-IN" sz="3000"/>
              <a:t>Introduction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1AAA2C-FBBE-42AA-B869-31D524B76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1490" y="6112341"/>
            <a:ext cx="812673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937BBF-9326-4230-AB1B-F1795E350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527048" y="5040414"/>
            <a:ext cx="54864" cy="21259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95A125-E6D8-1A45-49FB-9900A14642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6544258"/>
              </p:ext>
            </p:extLst>
          </p:nvPr>
        </p:nvGraphicFramePr>
        <p:xfrm>
          <a:off x="3031236" y="429030"/>
          <a:ext cx="5589270" cy="5459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1D377EB-C9D2-4ED0-86A6-740A297E3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85800"/>
            <a:ext cx="7879842" cy="1157005"/>
          </a:xfrm>
        </p:spPr>
        <p:txBody>
          <a:bodyPr anchor="b">
            <a:normAutofit/>
          </a:bodyPr>
          <a:lstStyle/>
          <a:p>
            <a:r>
              <a:rPr lang="en-IN" sz="4200"/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6346BE-FDB4-4772-A696-0719490AB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1817" y="122104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1958056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F5EBA0-D99E-C1FA-BABE-96718B4FCE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6633627"/>
              </p:ext>
            </p:extLst>
          </p:nvPr>
        </p:nvGraphicFramePr>
        <p:xfrm>
          <a:off x="628650" y="2295252"/>
          <a:ext cx="7879842" cy="3876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IN" sz="3500"/>
              <a:t>Literature Review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Gong, W. (2024) – Research on Gold Price Forecasting Based on LSTM and Linear Regression</a:t>
            </a:r>
          </a:p>
          <a:p>
            <a:r>
              <a:rPr lang="en-US" dirty="0"/>
              <a:t>Compared LSTM and Linear Regression for gold price prediction.</a:t>
            </a:r>
          </a:p>
          <a:p>
            <a:r>
              <a:rPr lang="en-US" dirty="0"/>
              <a:t>Both models showed meaningful forecasting ability.</a:t>
            </a:r>
          </a:p>
          <a:p>
            <a:r>
              <a:rPr lang="en-US" dirty="0"/>
              <a:t>Linear Regression proved viable and interpretable for short-term trends.</a:t>
            </a:r>
          </a:p>
          <a:p>
            <a:r>
              <a:rPr lang="en-US" dirty="0"/>
              <a:t>Laid groundwork for hybrid models combining statistics with sentiment.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IN" sz="3500" dirty="0"/>
              <a:t>Literature Review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ACET (2024) – Analyzing Market Sentiment for Gold Commodity News Through NLP Techniques</a:t>
            </a:r>
          </a:p>
          <a:p>
            <a:r>
              <a:rPr lang="en-US" dirty="0"/>
              <a:t>Used NLP to extract sentiment from gold-related financial news.</a:t>
            </a:r>
          </a:p>
          <a:p>
            <a:r>
              <a:rPr lang="en-US" dirty="0"/>
              <a:t>Classified headlines into positive, negative, and neutral categories.</a:t>
            </a:r>
          </a:p>
          <a:p>
            <a:r>
              <a:rPr lang="en-US" dirty="0"/>
              <a:t>Showed text-based sentiment as a useful input for market analysis.</a:t>
            </a:r>
          </a:p>
          <a:p>
            <a:r>
              <a:rPr lang="en-US" dirty="0"/>
              <a:t>Supports the use of NLP tools for understanding market behavior.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IN" sz="3500"/>
              <a:t>Literature Review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 Pflaumer, P. (2024) – Gold Price Dynamics: Geometric Random Walk and ARIMAX Models</a:t>
            </a:r>
          </a:p>
          <a:p>
            <a:r>
              <a:rPr lang="en-US" dirty="0"/>
              <a:t>Studied gold price behavior using Random Walk with Drift.</a:t>
            </a:r>
          </a:p>
          <a:p>
            <a:r>
              <a:rPr lang="en-US" dirty="0"/>
              <a:t>Drift component captures long-term trends like inflation.</a:t>
            </a:r>
          </a:p>
          <a:p>
            <a:r>
              <a:rPr lang="en-US" dirty="0"/>
              <a:t>Validated Random Walk as a robust baseline for commodity forecasting.</a:t>
            </a:r>
          </a:p>
          <a:p>
            <a:r>
              <a:rPr lang="en-US" dirty="0"/>
              <a:t>Provides theoretical basis for extending with sentiment-based layers.</a:t>
            </a:r>
          </a:p>
          <a:p>
            <a:pPr marL="0" indent="0"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B0C9D-48D9-5B9A-1732-8C275F1D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1" dirty="0"/>
              <a:t>Research Gap Identified</a:t>
            </a:r>
            <a:endParaRPr lang="en-IN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9A47D1E-3F73-F33A-278A-07F4519A323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9763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95896E-F675-78DA-D608-66E850CD9E3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1F8B98-7F75-3471-A356-AECBAA16A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3600"/>
              <a:t>Limitations of Existing Approaches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5A597F3-D5AD-9B4D-FE32-0CEA5F333A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5614528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3208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IN" sz="3500"/>
              <a:t>Proposed Solution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CEE875-A9AF-0FE7-678F-40CA3DD0EA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6619622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IN" sz="3500"/>
              <a:t>Proposed Solution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C29E1BD-93EF-BC4B-3CF1-E01581C82D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3610533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68A55F-7B32-44D8-AEE5-1AF405326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9ACB7D-03E3-C48E-CBD9-6897D970C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90" y="429030"/>
            <a:ext cx="2125980" cy="5457589"/>
          </a:xfrm>
        </p:spPr>
        <p:txBody>
          <a:bodyPr anchor="ctr">
            <a:normAutofit/>
          </a:bodyPr>
          <a:lstStyle/>
          <a:p>
            <a:r>
              <a:rPr lang="en-IN" sz="3000"/>
              <a:t>Proposed System Architecture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1AAA2C-FBBE-42AA-B869-31D524B76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1490" y="6112341"/>
            <a:ext cx="812673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937BBF-9326-4230-AB1B-F1795E350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527048" y="5040414"/>
            <a:ext cx="54864" cy="21259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96522B5-51F6-681E-D29F-20B13FD477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9214260"/>
              </p:ext>
            </p:extLst>
          </p:nvPr>
        </p:nvGraphicFramePr>
        <p:xfrm>
          <a:off x="3031236" y="429030"/>
          <a:ext cx="5589270" cy="5459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3275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41754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34896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94B494-98CE-241B-9E34-6DA8D542C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320" y="1161288"/>
            <a:ext cx="2578608" cy="1239012"/>
          </a:xfrm>
        </p:spPr>
        <p:txBody>
          <a:bodyPr anchor="ctr">
            <a:normAutofit/>
          </a:bodyPr>
          <a:lstStyle/>
          <a:p>
            <a:r>
              <a:rPr lang="en-IN" sz="2400" i="1"/>
              <a:t>Dataset Overview</a:t>
            </a:r>
            <a:endParaRPr lang="en-IN" sz="24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919" y="2443480"/>
            <a:ext cx="25374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F586E4-8FF6-6108-7C6B-9AAA4C6E75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8320" y="2718054"/>
            <a:ext cx="2579180" cy="32072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50 Rows × 10 Columns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Columns: Date, Headline, Sentiment Score, Gold Price, Oil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Price,Dollar Index, Market Mood, Event Type, Region, VIX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Sentiment calculated using VADER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Cleaned and aligned for analysis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146B53-2546-671E-39F0-F3BD74FE5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236336"/>
            <a:ext cx="5191506" cy="480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480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F5399-8D4B-4F31-F45D-0E2C2F116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00993"/>
            <a:ext cx="2765618" cy="1594189"/>
          </a:xfrm>
        </p:spPr>
        <p:txBody>
          <a:bodyPr anchor="t">
            <a:normAutofit/>
          </a:bodyPr>
          <a:lstStyle/>
          <a:p>
            <a:r>
              <a:rPr lang="en-IN" sz="2800"/>
              <a:t>Gold Trend Visualization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51F10A-38C2-CADB-E778-232D9924AD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06159" y="751555"/>
            <a:ext cx="4509191" cy="1766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Multi-year rising trend visible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Clear spikes during negative sentiment events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Graph validates correlation between sentiment and gold movement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37AE46-B452-31F1-FDB2-5B9B24B828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103" b="4343"/>
          <a:stretch>
            <a:fillRect/>
          </a:stretch>
        </p:blipFill>
        <p:spPr>
          <a:xfrm>
            <a:off x="-3768" y="2575150"/>
            <a:ext cx="9144001" cy="4039737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F2221BB3-7B5D-C899-7745-66D7AC323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FD2D571-38D7-DB0F-166C-14FEDA7005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88AEF72-50CD-C201-F6BF-C595BBBED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8141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87BC2-6547-350D-0598-1311664AE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IN" sz="3500"/>
              <a:t>Methodology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694D49-24E8-F092-E776-411405A2D6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9925052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8760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IN" sz="3500"/>
              <a:t>Objectives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r>
              <a:rPr lang="en-US" sz="1900"/>
              <a:t> Study global events and gold prices.</a:t>
            </a:r>
          </a:p>
          <a:p>
            <a:r>
              <a:rPr lang="en-US" sz="1900"/>
              <a:t> Build dataset combining news sentiment and price data.</a:t>
            </a:r>
          </a:p>
          <a:p>
            <a:r>
              <a:rPr lang="en-US" sz="1900"/>
              <a:t> Test AI tools like NLP, LSTM, Prophet.</a:t>
            </a:r>
          </a:p>
          <a:p>
            <a:r>
              <a:rPr lang="en-US" sz="1900"/>
              <a:t> Prepare groundwork for predictive AI system.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8E59A-80C3-C5BF-1B7C-1C6233324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Outcomes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2DFB895-8514-06B0-25FA-751FB636550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2793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22F3F-1B88-476B-BA1C-553CE9A4A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000"/>
              <a:t>Conclusion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0914F3E-61C7-6A2C-DC68-4266DE8E28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118399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64533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IN" sz="3500"/>
              <a:t>References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 fontScale="92500"/>
          </a:bodyPr>
          <a:lstStyle/>
          <a:p>
            <a:pPr lvl="1"/>
            <a:r>
              <a:rPr lang="en-IN" dirty="0"/>
              <a:t>ACET (2024). Analysing Market Sentiment for Gold Commodity News Through NLP Techniques.</a:t>
            </a:r>
          </a:p>
          <a:p>
            <a:pPr lvl="1"/>
            <a:r>
              <a:rPr lang="en-IN" dirty="0"/>
              <a:t>Gong, W. (2024). Research on Gold Price Forecasting Based on LSTM and Linear Regression. SHS Web of Conferences, Vol. 181.</a:t>
            </a:r>
          </a:p>
          <a:p>
            <a:pPr lvl="1"/>
            <a:r>
              <a:rPr lang="en-IN" dirty="0"/>
              <a:t>Pflaumer, P. (2024). Gold Price Dynamics: Geometric Random Walk and ARIMAX Models. TU Dortmund University.</a:t>
            </a:r>
          </a:p>
          <a:p>
            <a:pPr marL="0" indent="0"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09521"/>
            <a:ext cx="7674102" cy="1014984"/>
          </a:xfrm>
        </p:spPr>
        <p:txBody>
          <a:bodyPr>
            <a:normAutofit/>
          </a:bodyPr>
          <a:lstStyle/>
          <a:p>
            <a:r>
              <a:rPr lang="en-IN" sz="3500"/>
              <a:t>Thank You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658327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701850-3E53-7B40-1733-4336DA2963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2681413"/>
              </p:ext>
            </p:extLst>
          </p:nvPr>
        </p:nvGraphicFramePr>
        <p:xfrm>
          <a:off x="836676" y="1673352"/>
          <a:ext cx="7674102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3D42975-56CA-FE42-71D9-4EC1C2BE6EA0}"/>
              </a:ext>
            </a:extLst>
          </p:cNvPr>
          <p:cNvSpPr txBox="1"/>
          <p:nvPr/>
        </p:nvSpPr>
        <p:spPr>
          <a:xfrm>
            <a:off x="3518662" y="5546322"/>
            <a:ext cx="5669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hlinkClick r:id="rId7"/>
              </a:rPr>
              <a:t>Aurum</a:t>
            </a:r>
            <a:r>
              <a:rPr lang="en-IN" dirty="0">
                <a:hlinkClick r:id="rId7"/>
              </a:rPr>
              <a:t> Analytics 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774</Words>
  <Application>Microsoft Office PowerPoint</Application>
  <PresentationFormat>On-screen Show (4:3)</PresentationFormat>
  <Paragraphs>108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PowerPoint Presentation</vt:lpstr>
      <vt:lpstr>Introduction </vt:lpstr>
      <vt:lpstr> </vt:lpstr>
      <vt:lpstr>Literature Review </vt:lpstr>
      <vt:lpstr>Literature Review </vt:lpstr>
      <vt:lpstr>Literature Review </vt:lpstr>
      <vt:lpstr>Research Gap Identified</vt:lpstr>
      <vt:lpstr>Problem Statement</vt:lpstr>
      <vt:lpstr>Limitations of Existing Approaches</vt:lpstr>
      <vt:lpstr>Proposed Solution </vt:lpstr>
      <vt:lpstr>Proposed Solution </vt:lpstr>
      <vt:lpstr>Proposed System Architecture</vt:lpstr>
      <vt:lpstr>Dataset Overview</vt:lpstr>
      <vt:lpstr>Gold Trend Visualization</vt:lpstr>
      <vt:lpstr>Methodology</vt:lpstr>
      <vt:lpstr>Objectives</vt:lpstr>
      <vt:lpstr>Expected Outcomes</vt:lpstr>
      <vt:lpstr>Conclusion</vt:lpstr>
      <vt:lpstr>References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Divyansh Tuteja</dc:creator>
  <cp:keywords/>
  <dc:description>generated using python-pptx</dc:description>
  <cp:lastModifiedBy>Divyansh Tuteja [CSE - 2024]</cp:lastModifiedBy>
  <cp:revision>6</cp:revision>
  <dcterms:created xsi:type="dcterms:W3CDTF">2013-01-27T09:14:16Z</dcterms:created>
  <dcterms:modified xsi:type="dcterms:W3CDTF">2026-04-10T11:21:55Z</dcterms:modified>
  <cp:category/>
</cp:coreProperties>
</file>